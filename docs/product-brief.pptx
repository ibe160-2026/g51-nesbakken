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81" r:id="rId5"/>
    <p:sldMasterId id="2147483690" r:id="rId6"/>
    <p:sldMasterId id="2147483699" r:id="rId7"/>
  </p:sldMasterIdLst>
  <p:notesMasterIdLst>
    <p:notesMasterId r:id="rId14"/>
  </p:notesMasterIdLst>
  <p:sldIdLst>
    <p:sldId id="301" r:id="rId8"/>
    <p:sldId id="503" r:id="rId9"/>
    <p:sldId id="510" r:id="rId10"/>
    <p:sldId id="511" r:id="rId11"/>
    <p:sldId id="512" r:id="rId12"/>
    <p:sldId id="500" r:id="rId1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D5EA"/>
    <a:srgbClr val="E9EBF5"/>
    <a:srgbClr val="8FAADC"/>
    <a:srgbClr val="96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143334-6FD9-4721-A11D-823FDEC5A9E1}" v="1199" dt="2026-08-24T11:59:25.0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ddels stil 2 – uthev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Ingen stil, ingen rutenett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Ingen stil, tabellrutenett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ys stil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A107856-5554-42FB-B03E-39F5DBC370BA}" styleName="Middels stil 4 – utheving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73A0DAA-6AF3-43AB-8588-CEC1D06C72B9}" styleName="Middels stil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59" autoAdjust="0"/>
    <p:restoredTop sz="94660"/>
  </p:normalViewPr>
  <p:slideViewPr>
    <p:cSldViewPr snapToGrid="0">
      <p:cViewPr varScale="1">
        <p:scale>
          <a:sx n="245" d="100"/>
          <a:sy n="245" d="100"/>
        </p:scale>
        <p:origin x="773" y="154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3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ård Inge Austigard Pettersen" userId="bebddd87-b0b6-46bf-b87e-7c2cbec16442" providerId="ADAL" clId="{9CA93B7F-B46C-4239-839E-1E25C688BB60}"/>
    <pc:docChg chg="custSel modSld">
      <pc:chgData name="Bård Inge Austigard Pettersen" userId="bebddd87-b0b6-46bf-b87e-7c2cbec16442" providerId="ADAL" clId="{9CA93B7F-B46C-4239-839E-1E25C688BB60}" dt="2026-08-24T11:59:25.088" v="1255" actId="20577"/>
      <pc:docMkLst>
        <pc:docMk/>
      </pc:docMkLst>
      <pc:sldChg chg="modSp modAnim">
        <pc:chgData name="Bård Inge Austigard Pettersen" userId="bebddd87-b0b6-46bf-b87e-7c2cbec16442" providerId="ADAL" clId="{9CA93B7F-B46C-4239-839E-1E25C688BB60}" dt="2026-08-24T11:57:42.904" v="877" actId="20577"/>
        <pc:sldMkLst>
          <pc:docMk/>
          <pc:sldMk cId="2616925613" sldId="301"/>
        </pc:sldMkLst>
        <pc:spChg chg="mod">
          <ac:chgData name="Bård Inge Austigard Pettersen" userId="bebddd87-b0b6-46bf-b87e-7c2cbec16442" providerId="ADAL" clId="{9CA93B7F-B46C-4239-839E-1E25C688BB60}" dt="2026-08-24T11:57:42.904" v="877" actId="20577"/>
          <ac:spMkLst>
            <pc:docMk/>
            <pc:sldMk cId="2616925613" sldId="301"/>
            <ac:spMk id="3" creationId="{5D477589-74CB-45EB-ACE7-85719D586BC5}"/>
          </ac:spMkLst>
        </pc:spChg>
      </pc:sldChg>
      <pc:sldChg chg="modSp modAnim">
        <pc:chgData name="Bård Inge Austigard Pettersen" userId="bebddd87-b0b6-46bf-b87e-7c2cbec16442" providerId="ADAL" clId="{9CA93B7F-B46C-4239-839E-1E25C688BB60}" dt="2026-08-24T11:57:06.573" v="811" actId="207"/>
        <pc:sldMkLst>
          <pc:docMk/>
          <pc:sldMk cId="179151641" sldId="503"/>
        </pc:sldMkLst>
        <pc:spChg chg="mod">
          <ac:chgData name="Bård Inge Austigard Pettersen" userId="bebddd87-b0b6-46bf-b87e-7c2cbec16442" providerId="ADAL" clId="{9CA93B7F-B46C-4239-839E-1E25C688BB60}" dt="2026-08-24T11:57:06.573" v="811" actId="207"/>
          <ac:spMkLst>
            <pc:docMk/>
            <pc:sldMk cId="179151641" sldId="503"/>
            <ac:spMk id="3" creationId="{AFEC8BB4-C2CA-CA6B-6121-8D835AEE24B0}"/>
          </ac:spMkLst>
        </pc:spChg>
      </pc:sldChg>
      <pc:sldChg chg="modSp modAnim">
        <pc:chgData name="Bård Inge Austigard Pettersen" userId="bebddd87-b0b6-46bf-b87e-7c2cbec16442" providerId="ADAL" clId="{9CA93B7F-B46C-4239-839E-1E25C688BB60}" dt="2026-08-24T11:53:01.599" v="332" actId="20577"/>
        <pc:sldMkLst>
          <pc:docMk/>
          <pc:sldMk cId="335162396" sldId="510"/>
        </pc:sldMkLst>
        <pc:spChg chg="mod">
          <ac:chgData name="Bård Inge Austigard Pettersen" userId="bebddd87-b0b6-46bf-b87e-7c2cbec16442" providerId="ADAL" clId="{9CA93B7F-B46C-4239-839E-1E25C688BB60}" dt="2026-08-24T11:53:01.599" v="332" actId="20577"/>
          <ac:spMkLst>
            <pc:docMk/>
            <pc:sldMk cId="335162396" sldId="510"/>
            <ac:spMk id="3" creationId="{24ED9F12-ABE9-0EC6-AA88-938259F22176}"/>
          </ac:spMkLst>
        </pc:spChg>
      </pc:sldChg>
      <pc:sldChg chg="delSp modSp mod delAnim modAnim">
        <pc:chgData name="Bård Inge Austigard Pettersen" userId="bebddd87-b0b6-46bf-b87e-7c2cbec16442" providerId="ADAL" clId="{9CA93B7F-B46C-4239-839E-1E25C688BB60}" dt="2026-08-24T11:56:53.170" v="810" actId="20577"/>
        <pc:sldMkLst>
          <pc:docMk/>
          <pc:sldMk cId="2904160790" sldId="511"/>
        </pc:sldMkLst>
        <pc:spChg chg="mod">
          <ac:chgData name="Bård Inge Austigard Pettersen" userId="bebddd87-b0b6-46bf-b87e-7c2cbec16442" providerId="ADAL" clId="{9CA93B7F-B46C-4239-839E-1E25C688BB60}" dt="2026-08-24T11:53:28.286" v="370" actId="20577"/>
          <ac:spMkLst>
            <pc:docMk/>
            <pc:sldMk cId="2904160790" sldId="511"/>
            <ac:spMk id="2" creationId="{1051A875-B68C-6171-3F51-FC3C70F45807}"/>
          </ac:spMkLst>
        </pc:spChg>
        <pc:spChg chg="mod">
          <ac:chgData name="Bård Inge Austigard Pettersen" userId="bebddd87-b0b6-46bf-b87e-7c2cbec16442" providerId="ADAL" clId="{9CA93B7F-B46C-4239-839E-1E25C688BB60}" dt="2026-08-24T11:56:53.170" v="810" actId="20577"/>
          <ac:spMkLst>
            <pc:docMk/>
            <pc:sldMk cId="2904160790" sldId="511"/>
            <ac:spMk id="3" creationId="{2B968E95-B524-E481-B2D9-B3D509F731C3}"/>
          </ac:spMkLst>
        </pc:spChg>
        <pc:picChg chg="del">
          <ac:chgData name="Bård Inge Austigard Pettersen" userId="bebddd87-b0b6-46bf-b87e-7c2cbec16442" providerId="ADAL" clId="{9CA93B7F-B46C-4239-839E-1E25C688BB60}" dt="2026-08-24T11:53:10.163" v="333" actId="478"/>
          <ac:picMkLst>
            <pc:docMk/>
            <pc:sldMk cId="2904160790" sldId="511"/>
            <ac:picMk id="7" creationId="{054A5860-76A6-7888-BA17-CE61D35698A2}"/>
          </ac:picMkLst>
        </pc:picChg>
      </pc:sldChg>
      <pc:sldChg chg="modSp mod modAnim">
        <pc:chgData name="Bård Inge Austigard Pettersen" userId="bebddd87-b0b6-46bf-b87e-7c2cbec16442" providerId="ADAL" clId="{9CA93B7F-B46C-4239-839E-1E25C688BB60}" dt="2026-08-24T11:59:25.088" v="1255" actId="20577"/>
        <pc:sldMkLst>
          <pc:docMk/>
          <pc:sldMk cId="2728670499" sldId="512"/>
        </pc:sldMkLst>
        <pc:spChg chg="mod">
          <ac:chgData name="Bård Inge Austigard Pettersen" userId="bebddd87-b0b6-46bf-b87e-7c2cbec16442" providerId="ADAL" clId="{9CA93B7F-B46C-4239-839E-1E25C688BB60}" dt="2026-08-24T11:57:55.903" v="916" actId="20577"/>
          <ac:spMkLst>
            <pc:docMk/>
            <pc:sldMk cId="2728670499" sldId="512"/>
            <ac:spMk id="2" creationId="{42798AC5-2FAF-56E3-AB4E-5CFF6C4A08B8}"/>
          </ac:spMkLst>
        </pc:spChg>
        <pc:spChg chg="mod">
          <ac:chgData name="Bård Inge Austigard Pettersen" userId="bebddd87-b0b6-46bf-b87e-7c2cbec16442" providerId="ADAL" clId="{9CA93B7F-B46C-4239-839E-1E25C688BB60}" dt="2026-08-24T11:59:25.088" v="1255" actId="20577"/>
          <ac:spMkLst>
            <pc:docMk/>
            <pc:sldMk cId="2728670499" sldId="512"/>
            <ac:spMk id="3" creationId="{68E41DE8-EB65-64C0-1486-2341769586D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EDB1F6-55AC-4D03-BBC2-8D7FBF83D172}" type="datetimeFigureOut">
              <a:rPr lang="nb-NO" smtClean="0"/>
              <a:t>24.08.2026</a:t>
            </a:fld>
            <a:endParaRPr lang="nb-NO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0F0624-0A61-42DF-8F38-56261401FFD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01447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0F0624-0A61-42DF-8F38-56261401FFD8}" type="slidenum">
              <a:rPr lang="nb-NO" smtClean="0"/>
              <a:t>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484892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nb-NO"/>
              <a:t>Klikk for å redigere undertittelstil i malen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115F-905D-480E-AB3D-8B4015E16A50}" type="datetimeFigureOut">
              <a:rPr lang="nb-NO" smtClean="0"/>
              <a:t>24.08.2026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A6039-F679-406D-9F8C-714879D4466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39054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115F-905D-480E-AB3D-8B4015E16A50}" type="datetimeFigureOut">
              <a:rPr lang="nb-NO" smtClean="0"/>
              <a:t>24.08.2026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A6039-F679-406D-9F8C-714879D4466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246787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115F-905D-480E-AB3D-8B4015E16A50}" type="datetimeFigureOut">
              <a:rPr lang="nb-NO" smtClean="0"/>
              <a:t>24.08.2026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A6039-F679-406D-9F8C-714879D4466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68258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115F-905D-480E-AB3D-8B4015E16A50}" type="datetimeFigureOut">
              <a:rPr lang="nb-NO" smtClean="0"/>
              <a:t>24.08.2026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A6039-F679-406D-9F8C-714879D4466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96749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115F-905D-480E-AB3D-8B4015E16A50}" type="datetimeFigureOut">
              <a:rPr lang="nb-NO" smtClean="0"/>
              <a:t>24.08.2026</a:t>
            </a:fld>
            <a:endParaRPr lang="nb-N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A6039-F679-406D-9F8C-714879D4466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92255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115F-905D-480E-AB3D-8B4015E16A50}" type="datetimeFigureOut">
              <a:rPr lang="nb-NO" smtClean="0"/>
              <a:t>24.08.2026</a:t>
            </a:fld>
            <a:endParaRPr lang="nb-N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A6039-F679-406D-9F8C-714879D4466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8598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115F-905D-480E-AB3D-8B4015E16A50}" type="datetimeFigureOut">
              <a:rPr lang="nb-NO" smtClean="0"/>
              <a:t>24.08.2026</a:t>
            </a:fld>
            <a:endParaRPr lang="nb-N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A6039-F679-406D-9F8C-714879D4466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62723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115F-905D-480E-AB3D-8B4015E16A50}" type="datetimeFigureOut">
              <a:rPr lang="nb-NO" smtClean="0"/>
              <a:t>24.08.2026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A6039-F679-406D-9F8C-714879D4466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06161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nb-NO"/>
              <a:t>Klikk på ikonet for å legge til et bilde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115F-905D-480E-AB3D-8B4015E16A50}" type="datetimeFigureOut">
              <a:rPr lang="nb-NO" smtClean="0"/>
              <a:t>24.08.2026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A6039-F679-406D-9F8C-714879D4466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4145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115F-905D-480E-AB3D-8B4015E16A50}" type="datetimeFigureOut">
              <a:rPr lang="nb-NO" smtClean="0"/>
              <a:t>24.08.2026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A6039-F679-406D-9F8C-714879D4466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77164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115F-905D-480E-AB3D-8B4015E16A50}" type="datetimeFigureOut">
              <a:rPr lang="nb-NO" smtClean="0"/>
              <a:t>24.08.2026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A6039-F679-406D-9F8C-714879D4466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4499724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405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44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308610" indent="0" algn="ctr">
              <a:buNone/>
              <a:defRPr sz="1350"/>
            </a:lvl2pPr>
            <a:lvl3pPr marL="617220" indent="0" algn="ctr">
              <a:buNone/>
              <a:defRPr sz="1215"/>
            </a:lvl3pPr>
            <a:lvl4pPr marL="925830" indent="0" algn="ctr">
              <a:buNone/>
              <a:defRPr sz="1080"/>
            </a:lvl4pPr>
            <a:lvl5pPr marL="1234440" indent="0" algn="ctr">
              <a:buNone/>
              <a:defRPr sz="1080"/>
            </a:lvl5pPr>
            <a:lvl6pPr marL="1543050" indent="0" algn="ctr">
              <a:buNone/>
              <a:defRPr sz="1080"/>
            </a:lvl6pPr>
            <a:lvl7pPr marL="1851660" indent="0" algn="ctr">
              <a:buNone/>
              <a:defRPr sz="1080"/>
            </a:lvl7pPr>
            <a:lvl8pPr marL="2160270" indent="0" algn="ctr">
              <a:buNone/>
              <a:defRPr sz="1080"/>
            </a:lvl8pPr>
            <a:lvl9pPr marL="2468880" indent="0" algn="ctr">
              <a:buNone/>
              <a:defRPr sz="108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57641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282845"/>
            <a:ext cx="7886700" cy="2997659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2300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082121"/>
            <a:ext cx="7886700" cy="2139553"/>
          </a:xfrm>
          <a:prstGeom prst="rect">
            <a:avLst/>
          </a:prstGeom>
        </p:spPr>
        <p:txBody>
          <a:bodyPr anchor="b"/>
          <a:lstStyle>
            <a:lvl1pPr>
              <a:defRPr sz="405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241915"/>
            <a:ext cx="7886700" cy="1125140"/>
          </a:xfrm>
        </p:spPr>
        <p:txBody>
          <a:bodyPr/>
          <a:lstStyle>
            <a:lvl1pPr marL="0" indent="0">
              <a:buNone/>
              <a:defRPr sz="1620">
                <a:solidFill>
                  <a:srgbClr val="2E538D"/>
                </a:solidFill>
              </a:defRPr>
            </a:lvl1pPr>
            <a:lvl2pPr marL="30861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1722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3pPr>
            <a:lvl4pPr marL="92583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4pPr>
            <a:lvl5pPr marL="123444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5pPr>
            <a:lvl6pPr marL="154305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6pPr>
            <a:lvl7pPr marL="185166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7pPr>
            <a:lvl8pPr marL="216027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8pPr>
            <a:lvl9pPr marL="246888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524892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282845"/>
            <a:ext cx="3886200" cy="3012486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282845"/>
            <a:ext cx="3886200" cy="3012486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8776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02606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70105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16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342901"/>
            <a:ext cx="4629150" cy="4038806"/>
          </a:xfrm>
        </p:spPr>
        <p:txBody>
          <a:bodyPr/>
          <a:lstStyle>
            <a:lvl1pPr>
              <a:defRPr sz="2160"/>
            </a:lvl1pPr>
            <a:lvl2pPr>
              <a:defRPr sz="1890"/>
            </a:lvl2pPr>
            <a:lvl3pPr>
              <a:defRPr sz="162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1"/>
            <a:ext cx="2949178" cy="2848757"/>
          </a:xfrm>
        </p:spPr>
        <p:txBody>
          <a:bodyPr/>
          <a:lstStyle>
            <a:lvl1pPr marL="0" indent="0">
              <a:buNone/>
              <a:defRPr sz="1080"/>
            </a:lvl1pPr>
            <a:lvl2pPr marL="308610" indent="0">
              <a:buNone/>
              <a:defRPr sz="945"/>
            </a:lvl2pPr>
            <a:lvl3pPr marL="617220" indent="0">
              <a:buNone/>
              <a:defRPr sz="810"/>
            </a:lvl3pPr>
            <a:lvl4pPr marL="925830" indent="0">
              <a:buNone/>
              <a:defRPr sz="675"/>
            </a:lvl4pPr>
            <a:lvl5pPr marL="1234440" indent="0">
              <a:buNone/>
              <a:defRPr sz="675"/>
            </a:lvl5pPr>
            <a:lvl6pPr marL="1543050" indent="0">
              <a:buNone/>
              <a:defRPr sz="675"/>
            </a:lvl6pPr>
            <a:lvl7pPr marL="1851660" indent="0">
              <a:buNone/>
              <a:defRPr sz="675"/>
            </a:lvl7pPr>
            <a:lvl8pPr marL="2160270" indent="0">
              <a:buNone/>
              <a:defRPr sz="675"/>
            </a:lvl8pPr>
            <a:lvl9pPr marL="2468880" indent="0">
              <a:buNone/>
              <a:defRPr sz="675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786444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16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342901"/>
            <a:ext cx="4629150" cy="4031392"/>
          </a:xfrm>
        </p:spPr>
        <p:txBody>
          <a:bodyPr rtlCol="0">
            <a:normAutofit/>
          </a:bodyPr>
          <a:lstStyle>
            <a:lvl1pPr marL="0" indent="0">
              <a:buNone/>
              <a:defRPr sz="2160"/>
            </a:lvl1pPr>
            <a:lvl2pPr marL="308610" indent="0">
              <a:buNone/>
              <a:defRPr sz="1890"/>
            </a:lvl2pPr>
            <a:lvl3pPr marL="617220" indent="0">
              <a:buNone/>
              <a:defRPr sz="1620"/>
            </a:lvl3pPr>
            <a:lvl4pPr marL="925830" indent="0">
              <a:buNone/>
              <a:defRPr sz="1350"/>
            </a:lvl4pPr>
            <a:lvl5pPr marL="1234440" indent="0">
              <a:buNone/>
              <a:defRPr sz="1350"/>
            </a:lvl5pPr>
            <a:lvl6pPr marL="1543050" indent="0">
              <a:buNone/>
              <a:defRPr sz="1350"/>
            </a:lvl6pPr>
            <a:lvl7pPr marL="1851660" indent="0">
              <a:buNone/>
              <a:defRPr sz="1350"/>
            </a:lvl7pPr>
            <a:lvl8pPr marL="2160270" indent="0">
              <a:buNone/>
              <a:defRPr sz="1350"/>
            </a:lvl8pPr>
            <a:lvl9pPr marL="2468880" indent="0">
              <a:buNone/>
              <a:defRPr sz="1350"/>
            </a:lvl9pPr>
          </a:lstStyle>
          <a:p>
            <a:pPr lvl="0"/>
            <a:r>
              <a:rPr lang="en-GB" noProof="0" dirty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1"/>
            <a:ext cx="2949178" cy="2843528"/>
          </a:xfrm>
        </p:spPr>
        <p:txBody>
          <a:bodyPr/>
          <a:lstStyle>
            <a:lvl1pPr marL="0" indent="0">
              <a:buNone/>
              <a:defRPr sz="1080"/>
            </a:lvl1pPr>
            <a:lvl2pPr marL="308610" indent="0">
              <a:buNone/>
              <a:defRPr sz="945"/>
            </a:lvl2pPr>
            <a:lvl3pPr marL="617220" indent="0">
              <a:buNone/>
              <a:defRPr sz="810"/>
            </a:lvl3pPr>
            <a:lvl4pPr marL="925830" indent="0">
              <a:buNone/>
              <a:defRPr sz="675"/>
            </a:lvl4pPr>
            <a:lvl5pPr marL="1234440" indent="0">
              <a:buNone/>
              <a:defRPr sz="675"/>
            </a:lvl5pPr>
            <a:lvl6pPr marL="1543050" indent="0">
              <a:buNone/>
              <a:defRPr sz="675"/>
            </a:lvl6pPr>
            <a:lvl7pPr marL="1851660" indent="0">
              <a:buNone/>
              <a:defRPr sz="675"/>
            </a:lvl7pPr>
            <a:lvl8pPr marL="2160270" indent="0">
              <a:buNone/>
              <a:defRPr sz="675"/>
            </a:lvl8pPr>
            <a:lvl9pPr marL="2468880" indent="0">
              <a:buNone/>
              <a:defRPr sz="675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394299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405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4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308610" indent="0" algn="ctr">
              <a:buNone/>
              <a:defRPr sz="1350"/>
            </a:lvl2pPr>
            <a:lvl3pPr marL="617220" indent="0" algn="ctr">
              <a:buNone/>
              <a:defRPr sz="1215"/>
            </a:lvl3pPr>
            <a:lvl4pPr marL="925830" indent="0" algn="ctr">
              <a:buNone/>
              <a:defRPr sz="1080"/>
            </a:lvl4pPr>
            <a:lvl5pPr marL="1234440" indent="0" algn="ctr">
              <a:buNone/>
              <a:defRPr sz="1080"/>
            </a:lvl5pPr>
            <a:lvl6pPr marL="1543050" indent="0" algn="ctr">
              <a:buNone/>
              <a:defRPr sz="1080"/>
            </a:lvl6pPr>
            <a:lvl7pPr marL="1851660" indent="0" algn="ctr">
              <a:buNone/>
              <a:defRPr sz="1080"/>
            </a:lvl7pPr>
            <a:lvl8pPr marL="2160270" indent="0" algn="ctr">
              <a:buNone/>
              <a:defRPr sz="1080"/>
            </a:lvl8pPr>
            <a:lvl9pPr marL="2468880" indent="0" algn="ctr">
              <a:buNone/>
              <a:defRPr sz="108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1345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282845"/>
            <a:ext cx="7886700" cy="299765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3908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082121"/>
            <a:ext cx="7886700" cy="2139553"/>
          </a:xfrm>
          <a:prstGeom prst="rect">
            <a:avLst/>
          </a:prstGeom>
        </p:spPr>
        <p:txBody>
          <a:bodyPr anchor="b"/>
          <a:lstStyle>
            <a:lvl1pPr>
              <a:defRPr sz="405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241915"/>
            <a:ext cx="7886700" cy="1125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20">
                <a:solidFill>
                  <a:srgbClr val="2E538D"/>
                </a:solidFill>
              </a:defRPr>
            </a:lvl1pPr>
            <a:lvl2pPr marL="30861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1722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3pPr>
            <a:lvl4pPr marL="92583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4pPr>
            <a:lvl5pPr marL="123444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5pPr>
            <a:lvl6pPr marL="154305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6pPr>
            <a:lvl7pPr marL="185166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7pPr>
            <a:lvl8pPr marL="216027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8pPr>
            <a:lvl9pPr marL="246888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136708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282845"/>
            <a:ext cx="3886200" cy="30124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282845"/>
            <a:ext cx="3886200" cy="30124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4685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0565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182474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16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342901"/>
            <a:ext cx="4629150" cy="4031392"/>
          </a:xfrm>
          <a:prstGeom prst="rect">
            <a:avLst/>
          </a:prstGeom>
        </p:spPr>
        <p:txBody>
          <a:bodyPr/>
          <a:lstStyle>
            <a:lvl1pPr>
              <a:defRPr sz="2160"/>
            </a:lvl1pPr>
            <a:lvl2pPr>
              <a:defRPr sz="1890"/>
            </a:lvl2pPr>
            <a:lvl3pPr>
              <a:defRPr sz="162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1"/>
            <a:ext cx="2949178" cy="28435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80"/>
            </a:lvl1pPr>
            <a:lvl2pPr marL="308610" indent="0">
              <a:buNone/>
              <a:defRPr sz="945"/>
            </a:lvl2pPr>
            <a:lvl3pPr marL="617220" indent="0">
              <a:buNone/>
              <a:defRPr sz="810"/>
            </a:lvl3pPr>
            <a:lvl4pPr marL="925830" indent="0">
              <a:buNone/>
              <a:defRPr sz="675"/>
            </a:lvl4pPr>
            <a:lvl5pPr marL="1234440" indent="0">
              <a:buNone/>
              <a:defRPr sz="675"/>
            </a:lvl5pPr>
            <a:lvl6pPr marL="1543050" indent="0">
              <a:buNone/>
              <a:defRPr sz="675"/>
            </a:lvl6pPr>
            <a:lvl7pPr marL="1851660" indent="0">
              <a:buNone/>
              <a:defRPr sz="675"/>
            </a:lvl7pPr>
            <a:lvl8pPr marL="2160270" indent="0">
              <a:buNone/>
              <a:defRPr sz="675"/>
            </a:lvl8pPr>
            <a:lvl9pPr marL="2468880" indent="0">
              <a:buNone/>
              <a:defRPr sz="675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9472328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16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342901"/>
            <a:ext cx="4629150" cy="4038806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2160"/>
            </a:lvl1pPr>
            <a:lvl2pPr marL="308610" indent="0">
              <a:buNone/>
              <a:defRPr sz="1890"/>
            </a:lvl2pPr>
            <a:lvl3pPr marL="617220" indent="0">
              <a:buNone/>
              <a:defRPr sz="1620"/>
            </a:lvl3pPr>
            <a:lvl4pPr marL="925830" indent="0">
              <a:buNone/>
              <a:defRPr sz="1350"/>
            </a:lvl4pPr>
            <a:lvl5pPr marL="1234440" indent="0">
              <a:buNone/>
              <a:defRPr sz="1350"/>
            </a:lvl5pPr>
            <a:lvl6pPr marL="1543050" indent="0">
              <a:buNone/>
              <a:defRPr sz="1350"/>
            </a:lvl6pPr>
            <a:lvl7pPr marL="1851660" indent="0">
              <a:buNone/>
              <a:defRPr sz="1350"/>
            </a:lvl7pPr>
            <a:lvl8pPr marL="2160270" indent="0">
              <a:buNone/>
              <a:defRPr sz="1350"/>
            </a:lvl8pPr>
            <a:lvl9pPr marL="2468880" indent="0">
              <a:buNone/>
              <a:defRPr sz="1350"/>
            </a:lvl9pPr>
          </a:lstStyle>
          <a:p>
            <a:pPr lvl="0"/>
            <a:r>
              <a:rPr lang="en-GB" noProof="0" dirty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1"/>
            <a:ext cx="2949178" cy="28487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80"/>
            </a:lvl1pPr>
            <a:lvl2pPr marL="308610" indent="0">
              <a:buNone/>
              <a:defRPr sz="945"/>
            </a:lvl2pPr>
            <a:lvl3pPr marL="617220" indent="0">
              <a:buNone/>
              <a:defRPr sz="810"/>
            </a:lvl3pPr>
            <a:lvl4pPr marL="925830" indent="0">
              <a:buNone/>
              <a:defRPr sz="675"/>
            </a:lvl4pPr>
            <a:lvl5pPr marL="1234440" indent="0">
              <a:buNone/>
              <a:defRPr sz="675"/>
            </a:lvl5pPr>
            <a:lvl6pPr marL="1543050" indent="0">
              <a:buNone/>
              <a:defRPr sz="675"/>
            </a:lvl6pPr>
            <a:lvl7pPr marL="1851660" indent="0">
              <a:buNone/>
              <a:defRPr sz="675"/>
            </a:lvl7pPr>
            <a:lvl8pPr marL="2160270" indent="0">
              <a:buNone/>
              <a:defRPr sz="675"/>
            </a:lvl8pPr>
            <a:lvl9pPr marL="2468880" indent="0">
              <a:buNone/>
              <a:defRPr sz="675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442287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CDFD449B-6997-4BAE-A9A2-CA57AC01F853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nb-NO" sz="162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674909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1AE1FB42-BABE-46F0-B6E6-750AF857E6DB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nb-NO" sz="162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385069-4FA9-424D-8666-8832CB8EDA4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4470559"/>
            <a:ext cx="2116138" cy="450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6992776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89510F4A-9C02-413E-97CF-2E876B77463C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C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nb-NO" sz="162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57088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D5609018-4B02-453C-91FA-4BA197462B10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C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nb-NO" sz="1620">
              <a:solidFill>
                <a:schemeClr val="bg1"/>
              </a:solidFill>
            </a:endParaRPr>
          </a:p>
        </p:txBody>
      </p:sp>
      <p:pic>
        <p:nvPicPr>
          <p:cNvPr id="3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EF6900A2-2795-46C8-8698-8F736186DCF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4470559"/>
            <a:ext cx="2116138" cy="450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74519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8C060414-D520-42B3-9E0C-9FADAF9F3FC3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6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nb-NO" sz="162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52799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DE8C3DA2-7FF8-4A11-8FFF-C81B9DC3B025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6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nb-NO" sz="162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DD132F-D5BB-41D4-9A3B-B552DD599F6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4470559"/>
            <a:ext cx="2116138" cy="450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3474334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86211B88-6505-48F7-A0CE-1449D7DC4349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E9A592"/>
              </a:gs>
              <a:gs pos="100000">
                <a:srgbClr val="E97C67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nb-NO" sz="162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8572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16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15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24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23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5" Type="http://schemas.openxmlformats.org/officeDocument/2006/relationships/slideLayout" Target="../slideLayouts/slideLayout32.xml"/><Relationship Id="rId4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76115F-905D-480E-AB3D-8B4015E16A50}" type="datetimeFigureOut">
              <a:rPr lang="nb-NO" smtClean="0"/>
              <a:t>24.08.2026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CA6039-F679-406D-9F8C-714879D4466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08852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E7A0F89-2220-4943-8CD6-727C2F4D71A9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6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nb-NO" sz="1620">
              <a:solidFill>
                <a:schemeClr val="bg1"/>
              </a:solidFill>
            </a:endParaRPr>
          </a:p>
        </p:txBody>
      </p:sp>
      <p:sp>
        <p:nvSpPr>
          <p:cNvPr id="2051" name="Text Placeholder 2">
            <a:extLst>
              <a:ext uri="{FF2B5EF4-FFF2-40B4-BE49-F238E27FC236}">
                <a16:creationId xmlns:a16="http://schemas.microsoft.com/office/drawing/2014/main" id="{D1FFB3EA-7261-4528-A734-A11E3A6FBE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283018"/>
            <a:ext cx="7886700" cy="29975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nb-NO"/>
              <a:t>Click to edit Master text styles</a:t>
            </a:r>
          </a:p>
          <a:p>
            <a:pPr lvl="1"/>
            <a:r>
              <a:rPr lang="en-GB" altLang="nb-NO"/>
              <a:t>Second level</a:t>
            </a:r>
          </a:p>
          <a:p>
            <a:pPr lvl="2"/>
            <a:r>
              <a:rPr lang="en-GB" altLang="nb-NO"/>
              <a:t>Third level</a:t>
            </a:r>
          </a:p>
          <a:p>
            <a:pPr lvl="3"/>
            <a:r>
              <a:rPr lang="en-GB" altLang="nb-NO"/>
              <a:t>Fourth level</a:t>
            </a:r>
          </a:p>
          <a:p>
            <a:pPr lvl="4"/>
            <a:r>
              <a:rPr lang="en-GB" altLang="nb-NO"/>
              <a:t>Fifth level</a:t>
            </a:r>
            <a:endParaRPr lang="en-US" altLang="nb-NO"/>
          </a:p>
        </p:txBody>
      </p:sp>
      <p:sp>
        <p:nvSpPr>
          <p:cNvPr id="2052" name="Title Placeholder 10">
            <a:extLst>
              <a:ext uri="{FF2B5EF4-FFF2-40B4-BE49-F238E27FC236}">
                <a16:creationId xmlns:a16="http://schemas.microsoft.com/office/drawing/2014/main" id="{56E673F7-3695-4EE5-A678-266AF88471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274320"/>
            <a:ext cx="7886700" cy="994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nb-NO"/>
              <a:t>Click to edit Master title style</a:t>
            </a:r>
            <a:endParaRPr lang="nb-NO" altLang="nb-NO"/>
          </a:p>
        </p:txBody>
      </p:sp>
      <p:pic>
        <p:nvPicPr>
          <p:cNvPr id="2053" name="Picture 7">
            <a:extLst>
              <a:ext uri="{FF2B5EF4-FFF2-40B4-BE49-F238E27FC236}">
                <a16:creationId xmlns:a16="http://schemas.microsoft.com/office/drawing/2014/main" id="{A3D74368-5692-41A7-92B6-0FF154E7750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4470559"/>
            <a:ext cx="2116138" cy="450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8">
            <a:extLst>
              <a:ext uri="{FF2B5EF4-FFF2-40B4-BE49-F238E27FC236}">
                <a16:creationId xmlns:a16="http://schemas.microsoft.com/office/drawing/2014/main" id="{0E91281A-56F6-437D-9DD3-ED814089207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1188" y="4267677"/>
            <a:ext cx="2182812" cy="875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61312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</p:sldLayoutIdLst>
  <p:txStyles>
    <p:titleStyle>
      <a:lvl1pPr algn="l" defTabSz="61722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970" kern="1200">
          <a:solidFill>
            <a:srgbClr val="2E538D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  <a:lvl2pPr algn="l" defTabSz="61722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970">
          <a:solidFill>
            <a:srgbClr val="2E538D"/>
          </a:solidFill>
          <a:latin typeface="Calibri" panose="020F0502020204030204" pitchFamily="34" charset="0"/>
          <a:cs typeface="Calibri" panose="020F0502020204030204" pitchFamily="34" charset="0"/>
        </a:defRPr>
      </a:lvl2pPr>
      <a:lvl3pPr algn="l" defTabSz="61722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970">
          <a:solidFill>
            <a:srgbClr val="2E538D"/>
          </a:solidFill>
          <a:latin typeface="Calibri" panose="020F0502020204030204" pitchFamily="34" charset="0"/>
          <a:cs typeface="Calibri" panose="020F0502020204030204" pitchFamily="34" charset="0"/>
        </a:defRPr>
      </a:lvl3pPr>
      <a:lvl4pPr algn="l" defTabSz="61722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970">
          <a:solidFill>
            <a:srgbClr val="2E538D"/>
          </a:solidFill>
          <a:latin typeface="Calibri" panose="020F0502020204030204" pitchFamily="34" charset="0"/>
          <a:cs typeface="Calibri" panose="020F0502020204030204" pitchFamily="34" charset="0"/>
        </a:defRPr>
      </a:lvl4pPr>
      <a:lvl5pPr algn="l" defTabSz="61722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970">
          <a:solidFill>
            <a:srgbClr val="2E538D"/>
          </a:solidFill>
          <a:latin typeface="Calibri" panose="020F0502020204030204" pitchFamily="34" charset="0"/>
          <a:cs typeface="Calibri" panose="020F0502020204030204" pitchFamily="34" charset="0"/>
        </a:defRPr>
      </a:lvl5pPr>
      <a:lvl6pPr marL="411480" algn="l" defTabSz="617220" rtl="0" fontAlgn="base">
        <a:lnSpc>
          <a:spcPct val="90000"/>
        </a:lnSpc>
        <a:spcBef>
          <a:spcPct val="0"/>
        </a:spcBef>
        <a:spcAft>
          <a:spcPct val="0"/>
        </a:spcAft>
        <a:defRPr sz="2970">
          <a:solidFill>
            <a:srgbClr val="2E538D"/>
          </a:solidFill>
          <a:latin typeface="Calibri" panose="020F0502020204030204" pitchFamily="34" charset="0"/>
          <a:cs typeface="Calibri" panose="020F0502020204030204" pitchFamily="34" charset="0"/>
        </a:defRPr>
      </a:lvl6pPr>
      <a:lvl7pPr marL="822960" algn="l" defTabSz="617220" rtl="0" fontAlgn="base">
        <a:lnSpc>
          <a:spcPct val="90000"/>
        </a:lnSpc>
        <a:spcBef>
          <a:spcPct val="0"/>
        </a:spcBef>
        <a:spcAft>
          <a:spcPct val="0"/>
        </a:spcAft>
        <a:defRPr sz="2970">
          <a:solidFill>
            <a:srgbClr val="2E538D"/>
          </a:solidFill>
          <a:latin typeface="Calibri" panose="020F0502020204030204" pitchFamily="34" charset="0"/>
          <a:cs typeface="Calibri" panose="020F0502020204030204" pitchFamily="34" charset="0"/>
        </a:defRPr>
      </a:lvl7pPr>
      <a:lvl8pPr marL="1234440" algn="l" defTabSz="617220" rtl="0" fontAlgn="base">
        <a:lnSpc>
          <a:spcPct val="90000"/>
        </a:lnSpc>
        <a:spcBef>
          <a:spcPct val="0"/>
        </a:spcBef>
        <a:spcAft>
          <a:spcPct val="0"/>
        </a:spcAft>
        <a:defRPr sz="2970">
          <a:solidFill>
            <a:srgbClr val="2E538D"/>
          </a:solidFill>
          <a:latin typeface="Calibri" panose="020F0502020204030204" pitchFamily="34" charset="0"/>
          <a:cs typeface="Calibri" panose="020F0502020204030204" pitchFamily="34" charset="0"/>
        </a:defRPr>
      </a:lvl8pPr>
      <a:lvl9pPr marL="1645920" algn="l" defTabSz="617220" rtl="0" fontAlgn="base">
        <a:lnSpc>
          <a:spcPct val="90000"/>
        </a:lnSpc>
        <a:spcBef>
          <a:spcPct val="0"/>
        </a:spcBef>
        <a:spcAft>
          <a:spcPct val="0"/>
        </a:spcAft>
        <a:defRPr sz="2970">
          <a:solidFill>
            <a:srgbClr val="2E538D"/>
          </a:solidFill>
          <a:latin typeface="Calibri" panose="020F0502020204030204" pitchFamily="34" charset="0"/>
          <a:cs typeface="Calibri" panose="020F0502020204030204" pitchFamily="34" charset="0"/>
        </a:defRPr>
      </a:lvl9pPr>
    </p:titleStyle>
    <p:bodyStyle>
      <a:lvl1pPr marL="154305" indent="-154305" algn="l" defTabSz="617220" rtl="0" eaLnBrk="0" fontAlgn="base" hangingPunct="0">
        <a:lnSpc>
          <a:spcPct val="90000"/>
        </a:lnSpc>
        <a:spcBef>
          <a:spcPts val="6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462915" indent="-154305" algn="l" defTabSz="617220" rtl="0" eaLnBrk="0" fontAlgn="base" hangingPunct="0">
        <a:lnSpc>
          <a:spcPct val="90000"/>
        </a:lnSpc>
        <a:spcBef>
          <a:spcPts val="338"/>
        </a:spcBef>
        <a:spcAft>
          <a:spcPct val="0"/>
        </a:spcAft>
        <a:buFont typeface="Arial" panose="020B0604020202020204" pitchFamily="34" charset="0"/>
        <a:buChar char="•"/>
        <a:defRPr sz="144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771525" indent="-154305" algn="l" defTabSz="617220" rtl="0" eaLnBrk="0" fontAlgn="base" hangingPunct="0">
        <a:lnSpc>
          <a:spcPct val="90000"/>
        </a:lnSpc>
        <a:spcBef>
          <a:spcPts val="338"/>
        </a:spcBef>
        <a:spcAft>
          <a:spcPct val="0"/>
        </a:spcAft>
        <a:buFont typeface="Arial" panose="020B0604020202020204" pitchFamily="34" charset="0"/>
        <a:buChar char="•"/>
        <a:defRPr sz="126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080135" indent="-154305" algn="l" defTabSz="617220" rtl="0" eaLnBrk="0" fontAlgn="base" hangingPunct="0">
        <a:lnSpc>
          <a:spcPct val="90000"/>
        </a:lnSpc>
        <a:spcBef>
          <a:spcPts val="338"/>
        </a:spcBef>
        <a:spcAft>
          <a:spcPct val="0"/>
        </a:spcAft>
        <a:buFont typeface="Arial" panose="020B0604020202020204" pitchFamily="34" charset="0"/>
        <a:buChar char="•"/>
        <a:defRPr sz="108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1388745" indent="-154305" algn="l" defTabSz="617220" rtl="0" eaLnBrk="0" fontAlgn="base" hangingPunct="0">
        <a:lnSpc>
          <a:spcPct val="90000"/>
        </a:lnSpc>
        <a:spcBef>
          <a:spcPts val="338"/>
        </a:spcBef>
        <a:spcAft>
          <a:spcPct val="0"/>
        </a:spcAft>
        <a:buFont typeface="Arial" panose="020B0604020202020204" pitchFamily="34" charset="0"/>
        <a:buChar char="•"/>
        <a:defRPr sz="90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1697355" indent="-154305" algn="l" defTabSz="617220" rtl="0" eaLnBrk="1" latinLnBrk="0" hangingPunct="1">
        <a:lnSpc>
          <a:spcPct val="90000"/>
        </a:lnSpc>
        <a:spcBef>
          <a:spcPts val="338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2005965" indent="-154305" algn="l" defTabSz="617220" rtl="0" eaLnBrk="1" latinLnBrk="0" hangingPunct="1">
        <a:lnSpc>
          <a:spcPct val="90000"/>
        </a:lnSpc>
        <a:spcBef>
          <a:spcPts val="338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314575" indent="-154305" algn="l" defTabSz="617220" rtl="0" eaLnBrk="1" latinLnBrk="0" hangingPunct="1">
        <a:lnSpc>
          <a:spcPct val="90000"/>
        </a:lnSpc>
        <a:spcBef>
          <a:spcPts val="338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623185" indent="-154305" algn="l" defTabSz="617220" rtl="0" eaLnBrk="1" latinLnBrk="0" hangingPunct="1">
        <a:lnSpc>
          <a:spcPct val="90000"/>
        </a:lnSpc>
        <a:spcBef>
          <a:spcPts val="338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6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25979B9-A391-4674-A882-1B306D05DCF1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nb-NO" sz="1620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3075" name="Title Placeholder 10">
            <a:extLst>
              <a:ext uri="{FF2B5EF4-FFF2-40B4-BE49-F238E27FC236}">
                <a16:creationId xmlns:a16="http://schemas.microsoft.com/office/drawing/2014/main" id="{5D0DD87F-0B47-4A7A-A41F-34E0979161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274320"/>
            <a:ext cx="7886700" cy="994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nb-NO"/>
              <a:t>Click to edit Master title style</a:t>
            </a:r>
            <a:endParaRPr lang="nb-NO" altLang="nb-NO"/>
          </a:p>
        </p:txBody>
      </p:sp>
      <p:pic>
        <p:nvPicPr>
          <p:cNvPr id="3076" name="Picture 5">
            <a:extLst>
              <a:ext uri="{FF2B5EF4-FFF2-40B4-BE49-F238E27FC236}">
                <a16:creationId xmlns:a16="http://schemas.microsoft.com/office/drawing/2014/main" id="{4BDF5FD5-9EA0-46C9-BF55-D31C68FC42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4470559"/>
            <a:ext cx="2116138" cy="450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 Placeholder 2">
            <a:extLst>
              <a:ext uri="{FF2B5EF4-FFF2-40B4-BE49-F238E27FC236}">
                <a16:creationId xmlns:a16="http://schemas.microsoft.com/office/drawing/2014/main" id="{F027DB93-DB62-4946-8F8C-58DA4BC10D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283018"/>
            <a:ext cx="7886700" cy="29975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nb-NO"/>
              <a:t>Click to edit Master text styles</a:t>
            </a:r>
          </a:p>
          <a:p>
            <a:pPr lvl="1"/>
            <a:r>
              <a:rPr lang="en-GB" altLang="nb-NO"/>
              <a:t>Second level</a:t>
            </a:r>
          </a:p>
          <a:p>
            <a:pPr lvl="2"/>
            <a:r>
              <a:rPr lang="en-GB" altLang="nb-NO"/>
              <a:t>Third level</a:t>
            </a:r>
          </a:p>
          <a:p>
            <a:pPr lvl="3"/>
            <a:r>
              <a:rPr lang="en-GB" altLang="nb-NO"/>
              <a:t>Fourth level</a:t>
            </a:r>
          </a:p>
          <a:p>
            <a:pPr lvl="4"/>
            <a:r>
              <a:rPr lang="en-GB" altLang="nb-NO"/>
              <a:t>Fifth level</a:t>
            </a:r>
            <a:endParaRPr lang="en-US" altLang="nb-NO"/>
          </a:p>
        </p:txBody>
      </p:sp>
      <p:pic>
        <p:nvPicPr>
          <p:cNvPr id="3078" name="Picture 8">
            <a:extLst>
              <a:ext uri="{FF2B5EF4-FFF2-40B4-BE49-F238E27FC236}">
                <a16:creationId xmlns:a16="http://schemas.microsoft.com/office/drawing/2014/main" id="{E4F81222-F954-4F51-885F-E60E5DF44E2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6576" y="4280535"/>
            <a:ext cx="2265363" cy="865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34224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</p:sldLayoutIdLst>
  <p:txStyles>
    <p:titleStyle>
      <a:lvl1pPr algn="l" defTabSz="61722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970" kern="1200">
          <a:solidFill>
            <a:srgbClr val="2E538D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  <a:lvl2pPr algn="l" defTabSz="61722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970">
          <a:solidFill>
            <a:srgbClr val="2E538D"/>
          </a:solidFill>
          <a:latin typeface="Calibri" panose="020F0502020204030204" pitchFamily="34" charset="0"/>
          <a:cs typeface="Calibri" panose="020F0502020204030204" pitchFamily="34" charset="0"/>
        </a:defRPr>
      </a:lvl2pPr>
      <a:lvl3pPr algn="l" defTabSz="61722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970">
          <a:solidFill>
            <a:srgbClr val="2E538D"/>
          </a:solidFill>
          <a:latin typeface="Calibri" panose="020F0502020204030204" pitchFamily="34" charset="0"/>
          <a:cs typeface="Calibri" panose="020F0502020204030204" pitchFamily="34" charset="0"/>
        </a:defRPr>
      </a:lvl3pPr>
      <a:lvl4pPr algn="l" defTabSz="61722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970">
          <a:solidFill>
            <a:srgbClr val="2E538D"/>
          </a:solidFill>
          <a:latin typeface="Calibri" panose="020F0502020204030204" pitchFamily="34" charset="0"/>
          <a:cs typeface="Calibri" panose="020F0502020204030204" pitchFamily="34" charset="0"/>
        </a:defRPr>
      </a:lvl4pPr>
      <a:lvl5pPr algn="l" defTabSz="61722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970">
          <a:solidFill>
            <a:srgbClr val="2E538D"/>
          </a:solidFill>
          <a:latin typeface="Calibri" panose="020F0502020204030204" pitchFamily="34" charset="0"/>
          <a:cs typeface="Calibri" panose="020F0502020204030204" pitchFamily="34" charset="0"/>
        </a:defRPr>
      </a:lvl5pPr>
      <a:lvl6pPr marL="411480" algn="l" defTabSz="617220" rtl="0" fontAlgn="base">
        <a:lnSpc>
          <a:spcPct val="90000"/>
        </a:lnSpc>
        <a:spcBef>
          <a:spcPct val="0"/>
        </a:spcBef>
        <a:spcAft>
          <a:spcPct val="0"/>
        </a:spcAft>
        <a:defRPr sz="2970">
          <a:solidFill>
            <a:srgbClr val="2E538D"/>
          </a:solidFill>
          <a:latin typeface="Calibri" panose="020F0502020204030204" pitchFamily="34" charset="0"/>
          <a:cs typeface="Calibri" panose="020F0502020204030204" pitchFamily="34" charset="0"/>
        </a:defRPr>
      </a:lvl6pPr>
      <a:lvl7pPr marL="822960" algn="l" defTabSz="617220" rtl="0" fontAlgn="base">
        <a:lnSpc>
          <a:spcPct val="90000"/>
        </a:lnSpc>
        <a:spcBef>
          <a:spcPct val="0"/>
        </a:spcBef>
        <a:spcAft>
          <a:spcPct val="0"/>
        </a:spcAft>
        <a:defRPr sz="2970">
          <a:solidFill>
            <a:srgbClr val="2E538D"/>
          </a:solidFill>
          <a:latin typeface="Calibri" panose="020F0502020204030204" pitchFamily="34" charset="0"/>
          <a:cs typeface="Calibri" panose="020F0502020204030204" pitchFamily="34" charset="0"/>
        </a:defRPr>
      </a:lvl7pPr>
      <a:lvl8pPr marL="1234440" algn="l" defTabSz="617220" rtl="0" fontAlgn="base">
        <a:lnSpc>
          <a:spcPct val="90000"/>
        </a:lnSpc>
        <a:spcBef>
          <a:spcPct val="0"/>
        </a:spcBef>
        <a:spcAft>
          <a:spcPct val="0"/>
        </a:spcAft>
        <a:defRPr sz="2970">
          <a:solidFill>
            <a:srgbClr val="2E538D"/>
          </a:solidFill>
          <a:latin typeface="Calibri" panose="020F0502020204030204" pitchFamily="34" charset="0"/>
          <a:cs typeface="Calibri" panose="020F0502020204030204" pitchFamily="34" charset="0"/>
        </a:defRPr>
      </a:lvl8pPr>
      <a:lvl9pPr marL="1645920" algn="l" defTabSz="617220" rtl="0" fontAlgn="base">
        <a:lnSpc>
          <a:spcPct val="90000"/>
        </a:lnSpc>
        <a:spcBef>
          <a:spcPct val="0"/>
        </a:spcBef>
        <a:spcAft>
          <a:spcPct val="0"/>
        </a:spcAft>
        <a:defRPr sz="2970">
          <a:solidFill>
            <a:srgbClr val="2E538D"/>
          </a:solidFill>
          <a:latin typeface="Calibri" panose="020F0502020204030204" pitchFamily="34" charset="0"/>
          <a:cs typeface="Calibri" panose="020F0502020204030204" pitchFamily="34" charset="0"/>
        </a:defRPr>
      </a:lvl9pPr>
    </p:titleStyle>
    <p:bodyStyle>
      <a:lvl1pPr marL="154305" indent="-154305" algn="l" defTabSz="617220" rtl="0" eaLnBrk="0" fontAlgn="base" hangingPunct="0">
        <a:lnSpc>
          <a:spcPct val="90000"/>
        </a:lnSpc>
        <a:spcBef>
          <a:spcPts val="6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462915" indent="-154305" algn="l" defTabSz="617220" rtl="0" eaLnBrk="0" fontAlgn="base" hangingPunct="0">
        <a:lnSpc>
          <a:spcPct val="90000"/>
        </a:lnSpc>
        <a:spcBef>
          <a:spcPts val="338"/>
        </a:spcBef>
        <a:spcAft>
          <a:spcPct val="0"/>
        </a:spcAft>
        <a:buFont typeface="Arial" panose="020B0604020202020204" pitchFamily="34" charset="0"/>
        <a:buChar char="•"/>
        <a:defRPr sz="144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771525" indent="-154305" algn="l" defTabSz="617220" rtl="0" eaLnBrk="0" fontAlgn="base" hangingPunct="0">
        <a:lnSpc>
          <a:spcPct val="90000"/>
        </a:lnSpc>
        <a:spcBef>
          <a:spcPts val="338"/>
        </a:spcBef>
        <a:spcAft>
          <a:spcPct val="0"/>
        </a:spcAft>
        <a:buFont typeface="Arial" panose="020B0604020202020204" pitchFamily="34" charset="0"/>
        <a:buChar char="•"/>
        <a:defRPr sz="126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080135" indent="-154305" algn="l" defTabSz="617220" rtl="0" eaLnBrk="0" fontAlgn="base" hangingPunct="0">
        <a:lnSpc>
          <a:spcPct val="90000"/>
        </a:lnSpc>
        <a:spcBef>
          <a:spcPts val="338"/>
        </a:spcBef>
        <a:spcAft>
          <a:spcPct val="0"/>
        </a:spcAft>
        <a:buFont typeface="Arial" panose="020B0604020202020204" pitchFamily="34" charset="0"/>
        <a:buChar char="•"/>
        <a:defRPr sz="108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1388745" indent="-154305" algn="l" defTabSz="617220" rtl="0" eaLnBrk="0" fontAlgn="base" hangingPunct="0">
        <a:lnSpc>
          <a:spcPct val="90000"/>
        </a:lnSpc>
        <a:spcBef>
          <a:spcPts val="338"/>
        </a:spcBef>
        <a:spcAft>
          <a:spcPct val="0"/>
        </a:spcAft>
        <a:buFont typeface="Arial" panose="020B0604020202020204" pitchFamily="34" charset="0"/>
        <a:buChar char="•"/>
        <a:defRPr sz="90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1697355" indent="-154305" algn="l" defTabSz="617220" rtl="0" eaLnBrk="1" latinLnBrk="0" hangingPunct="1">
        <a:lnSpc>
          <a:spcPct val="90000"/>
        </a:lnSpc>
        <a:spcBef>
          <a:spcPts val="338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2005965" indent="-154305" algn="l" defTabSz="617220" rtl="0" eaLnBrk="1" latinLnBrk="0" hangingPunct="1">
        <a:lnSpc>
          <a:spcPct val="90000"/>
        </a:lnSpc>
        <a:spcBef>
          <a:spcPts val="338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314575" indent="-154305" algn="l" defTabSz="617220" rtl="0" eaLnBrk="1" latinLnBrk="0" hangingPunct="1">
        <a:lnSpc>
          <a:spcPct val="90000"/>
        </a:lnSpc>
        <a:spcBef>
          <a:spcPts val="338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623185" indent="-154305" algn="l" defTabSz="617220" rtl="0" eaLnBrk="1" latinLnBrk="0" hangingPunct="1">
        <a:lnSpc>
          <a:spcPct val="90000"/>
        </a:lnSpc>
        <a:spcBef>
          <a:spcPts val="338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6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A6DAFAD-2981-4321-9EE6-3976CC5630AA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nb-NO" sz="162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0789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</p:sldLayoutIdLst>
  <p:txStyles>
    <p:titleStyle>
      <a:lvl1pPr algn="l" defTabSz="61722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970" kern="1200">
          <a:solidFill>
            <a:srgbClr val="2E538D"/>
          </a:solidFill>
          <a:latin typeface="TT Commons" panose="02000506040000020004" pitchFamily="2" charset="77"/>
          <a:ea typeface="+mj-ea"/>
          <a:cs typeface="+mj-cs"/>
        </a:defRPr>
      </a:lvl1pPr>
      <a:lvl2pPr algn="l" defTabSz="61722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970">
          <a:solidFill>
            <a:srgbClr val="2E538D"/>
          </a:solidFill>
          <a:latin typeface="TT Commons" panose="02000506030000020004" pitchFamily="50" charset="0"/>
        </a:defRPr>
      </a:lvl2pPr>
      <a:lvl3pPr algn="l" defTabSz="61722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970">
          <a:solidFill>
            <a:srgbClr val="2E538D"/>
          </a:solidFill>
          <a:latin typeface="TT Commons" panose="02000506030000020004" pitchFamily="50" charset="0"/>
        </a:defRPr>
      </a:lvl3pPr>
      <a:lvl4pPr algn="l" defTabSz="61722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970">
          <a:solidFill>
            <a:srgbClr val="2E538D"/>
          </a:solidFill>
          <a:latin typeface="TT Commons" panose="02000506030000020004" pitchFamily="50" charset="0"/>
        </a:defRPr>
      </a:lvl4pPr>
      <a:lvl5pPr algn="l" defTabSz="61722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970">
          <a:solidFill>
            <a:srgbClr val="2E538D"/>
          </a:solidFill>
          <a:latin typeface="TT Commons" panose="02000506030000020004" pitchFamily="50" charset="0"/>
        </a:defRPr>
      </a:lvl5pPr>
      <a:lvl6pPr marL="411480" algn="l" defTabSz="617220" rtl="0" fontAlgn="base">
        <a:lnSpc>
          <a:spcPct val="90000"/>
        </a:lnSpc>
        <a:spcBef>
          <a:spcPct val="0"/>
        </a:spcBef>
        <a:spcAft>
          <a:spcPct val="0"/>
        </a:spcAft>
        <a:defRPr sz="2970">
          <a:solidFill>
            <a:srgbClr val="2E538D"/>
          </a:solidFill>
          <a:latin typeface="TT Commons" panose="02000506030000020004" pitchFamily="50" charset="0"/>
        </a:defRPr>
      </a:lvl6pPr>
      <a:lvl7pPr marL="822960" algn="l" defTabSz="617220" rtl="0" fontAlgn="base">
        <a:lnSpc>
          <a:spcPct val="90000"/>
        </a:lnSpc>
        <a:spcBef>
          <a:spcPct val="0"/>
        </a:spcBef>
        <a:spcAft>
          <a:spcPct val="0"/>
        </a:spcAft>
        <a:defRPr sz="2970">
          <a:solidFill>
            <a:srgbClr val="2E538D"/>
          </a:solidFill>
          <a:latin typeface="TT Commons" panose="02000506030000020004" pitchFamily="50" charset="0"/>
        </a:defRPr>
      </a:lvl7pPr>
      <a:lvl8pPr marL="1234440" algn="l" defTabSz="617220" rtl="0" fontAlgn="base">
        <a:lnSpc>
          <a:spcPct val="90000"/>
        </a:lnSpc>
        <a:spcBef>
          <a:spcPct val="0"/>
        </a:spcBef>
        <a:spcAft>
          <a:spcPct val="0"/>
        </a:spcAft>
        <a:defRPr sz="2970">
          <a:solidFill>
            <a:srgbClr val="2E538D"/>
          </a:solidFill>
          <a:latin typeface="TT Commons" panose="02000506030000020004" pitchFamily="50" charset="0"/>
        </a:defRPr>
      </a:lvl8pPr>
      <a:lvl9pPr marL="1645920" algn="l" defTabSz="617220" rtl="0" fontAlgn="base">
        <a:lnSpc>
          <a:spcPct val="90000"/>
        </a:lnSpc>
        <a:spcBef>
          <a:spcPct val="0"/>
        </a:spcBef>
        <a:spcAft>
          <a:spcPct val="0"/>
        </a:spcAft>
        <a:defRPr sz="2970">
          <a:solidFill>
            <a:srgbClr val="2E538D"/>
          </a:solidFill>
          <a:latin typeface="TT Commons" panose="02000506030000020004" pitchFamily="50" charset="0"/>
        </a:defRPr>
      </a:lvl9pPr>
    </p:titleStyle>
    <p:bodyStyle>
      <a:lvl1pPr marL="154305" indent="-154305" algn="l" defTabSz="617220" rtl="0" eaLnBrk="0" fontAlgn="base" hangingPunct="0">
        <a:lnSpc>
          <a:spcPct val="90000"/>
        </a:lnSpc>
        <a:spcBef>
          <a:spcPts val="6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2E538D"/>
          </a:solidFill>
          <a:latin typeface="TT Commons" panose="02000506040000020004" pitchFamily="2" charset="77"/>
          <a:ea typeface="+mn-ea"/>
          <a:cs typeface="+mn-cs"/>
        </a:defRPr>
      </a:lvl1pPr>
      <a:lvl2pPr marL="462915" indent="-154305" algn="l" defTabSz="617220" rtl="0" eaLnBrk="0" fontAlgn="base" hangingPunct="0">
        <a:lnSpc>
          <a:spcPct val="90000"/>
        </a:lnSpc>
        <a:spcBef>
          <a:spcPts val="338"/>
        </a:spcBef>
        <a:spcAft>
          <a:spcPct val="0"/>
        </a:spcAft>
        <a:buFont typeface="Arial" panose="020B0604020202020204" pitchFamily="34" charset="0"/>
        <a:buChar char="•"/>
        <a:defRPr sz="1440" kern="1200">
          <a:solidFill>
            <a:srgbClr val="2E538D"/>
          </a:solidFill>
          <a:latin typeface="TT Commons" panose="02000506040000020004" pitchFamily="2" charset="77"/>
          <a:ea typeface="+mn-ea"/>
          <a:cs typeface="+mn-cs"/>
        </a:defRPr>
      </a:lvl2pPr>
      <a:lvl3pPr marL="771525" indent="-154305" algn="l" defTabSz="617220" rtl="0" eaLnBrk="0" fontAlgn="base" hangingPunct="0">
        <a:lnSpc>
          <a:spcPct val="90000"/>
        </a:lnSpc>
        <a:spcBef>
          <a:spcPts val="338"/>
        </a:spcBef>
        <a:spcAft>
          <a:spcPct val="0"/>
        </a:spcAft>
        <a:buFont typeface="Arial" panose="020B0604020202020204" pitchFamily="34" charset="0"/>
        <a:buChar char="•"/>
        <a:defRPr sz="1260" kern="1200">
          <a:solidFill>
            <a:srgbClr val="2E538D"/>
          </a:solidFill>
          <a:latin typeface="TT Commons" panose="02000506040000020004" pitchFamily="2" charset="77"/>
          <a:ea typeface="+mn-ea"/>
          <a:cs typeface="+mn-cs"/>
        </a:defRPr>
      </a:lvl3pPr>
      <a:lvl4pPr marL="1080135" indent="-154305" algn="l" defTabSz="617220" rtl="0" eaLnBrk="0" fontAlgn="base" hangingPunct="0">
        <a:lnSpc>
          <a:spcPct val="90000"/>
        </a:lnSpc>
        <a:spcBef>
          <a:spcPts val="338"/>
        </a:spcBef>
        <a:spcAft>
          <a:spcPct val="0"/>
        </a:spcAft>
        <a:buFont typeface="Arial" panose="020B0604020202020204" pitchFamily="34" charset="0"/>
        <a:buChar char="•"/>
        <a:defRPr sz="1080" kern="1200">
          <a:solidFill>
            <a:srgbClr val="2E538D"/>
          </a:solidFill>
          <a:latin typeface="TT Commons" panose="02000506040000020004" pitchFamily="2" charset="77"/>
          <a:ea typeface="+mn-ea"/>
          <a:cs typeface="+mn-cs"/>
        </a:defRPr>
      </a:lvl4pPr>
      <a:lvl5pPr marL="1388745" indent="-154305" algn="l" defTabSz="617220" rtl="0" eaLnBrk="0" fontAlgn="base" hangingPunct="0">
        <a:lnSpc>
          <a:spcPct val="90000"/>
        </a:lnSpc>
        <a:spcBef>
          <a:spcPts val="338"/>
        </a:spcBef>
        <a:spcAft>
          <a:spcPct val="0"/>
        </a:spcAft>
        <a:buFont typeface="Arial" panose="020B0604020202020204" pitchFamily="34" charset="0"/>
        <a:buChar char="•"/>
        <a:defRPr sz="900" kern="1200">
          <a:solidFill>
            <a:srgbClr val="2E538D"/>
          </a:solidFill>
          <a:latin typeface="TT Commons" panose="02000506040000020004" pitchFamily="2" charset="77"/>
          <a:ea typeface="+mn-ea"/>
          <a:cs typeface="+mn-cs"/>
        </a:defRPr>
      </a:lvl5pPr>
      <a:lvl6pPr marL="1697355" indent="-154305" algn="l" defTabSz="617220" rtl="0" eaLnBrk="1" latinLnBrk="0" hangingPunct="1">
        <a:lnSpc>
          <a:spcPct val="90000"/>
        </a:lnSpc>
        <a:spcBef>
          <a:spcPts val="338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2005965" indent="-154305" algn="l" defTabSz="617220" rtl="0" eaLnBrk="1" latinLnBrk="0" hangingPunct="1">
        <a:lnSpc>
          <a:spcPct val="90000"/>
        </a:lnSpc>
        <a:spcBef>
          <a:spcPts val="338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314575" indent="-154305" algn="l" defTabSz="617220" rtl="0" eaLnBrk="1" latinLnBrk="0" hangingPunct="1">
        <a:lnSpc>
          <a:spcPct val="90000"/>
        </a:lnSpc>
        <a:spcBef>
          <a:spcPts val="338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623185" indent="-154305" algn="l" defTabSz="617220" rtl="0" eaLnBrk="1" latinLnBrk="0" hangingPunct="1">
        <a:lnSpc>
          <a:spcPct val="90000"/>
        </a:lnSpc>
        <a:spcBef>
          <a:spcPts val="338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6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1">
            <a:extLst>
              <a:ext uri="{FF2B5EF4-FFF2-40B4-BE49-F238E27FC236}">
                <a16:creationId xmlns:a16="http://schemas.microsoft.com/office/drawing/2014/main" id="{3031327B-1409-462F-8AF8-428EA9AFEE07}"/>
              </a:ext>
            </a:extLst>
          </p:cNvPr>
          <p:cNvSpPr txBox="1"/>
          <p:nvPr/>
        </p:nvSpPr>
        <p:spPr>
          <a:xfrm>
            <a:off x="3724072" y="471951"/>
            <a:ext cx="4939868" cy="9646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IBE160 </a:t>
            </a:r>
            <a:r>
              <a:rPr lang="en-US" sz="24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Programmering</a:t>
            </a:r>
            <a:r>
              <a:rPr lang="en-US" sz="24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med KI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Grupper</a:t>
            </a:r>
            <a:r>
              <a:rPr lang="en-US" sz="24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, </a:t>
            </a:r>
            <a:r>
              <a:rPr lang="en-US" sz="24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prosjekt</a:t>
            </a:r>
            <a:r>
              <a:rPr lang="en-US" sz="24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og</a:t>
            </a:r>
            <a:r>
              <a:rPr lang="en-US" sz="24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eksamen</a:t>
            </a:r>
            <a:endParaRPr lang="en-US" sz="24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kstSylinder 2">
            <a:extLst>
              <a:ext uri="{FF2B5EF4-FFF2-40B4-BE49-F238E27FC236}">
                <a16:creationId xmlns:a16="http://schemas.microsoft.com/office/drawing/2014/main" id="{5D477589-74CB-45EB-ACE7-85719D586BC5}"/>
              </a:ext>
            </a:extLst>
          </p:cNvPr>
          <p:cNvSpPr txBox="1"/>
          <p:nvPr/>
        </p:nvSpPr>
        <p:spPr>
          <a:xfrm>
            <a:off x="3724073" y="1828800"/>
            <a:ext cx="4939867" cy="28390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68288" indent="-268288">
              <a:buFont typeface="+mj-lt"/>
              <a:buAutoNum type="arabicPeriod"/>
            </a:pPr>
            <a:r>
              <a:rPr lang="nb-NO" sz="1600" dirty="0">
                <a:solidFill>
                  <a:schemeClr val="bg1"/>
                </a:solidFill>
              </a:rPr>
              <a:t>Obligatorisk krav</a:t>
            </a:r>
          </a:p>
          <a:p>
            <a:pPr marL="268288" indent="-268288">
              <a:buFont typeface="+mj-lt"/>
              <a:buAutoNum type="arabicPeriod"/>
            </a:pPr>
            <a:r>
              <a:rPr lang="nb-NO" sz="1600" dirty="0">
                <a:solidFill>
                  <a:schemeClr val="bg1"/>
                </a:solidFill>
              </a:rPr>
              <a:t>Grupper</a:t>
            </a:r>
          </a:p>
          <a:p>
            <a:pPr marL="268288" indent="-268288">
              <a:buFont typeface="+mj-lt"/>
              <a:buAutoNum type="arabicPeriod"/>
            </a:pPr>
            <a:r>
              <a:rPr lang="nb-NO" sz="1600" dirty="0">
                <a:solidFill>
                  <a:schemeClr val="bg1"/>
                </a:solidFill>
              </a:rPr>
              <a:t>Product </a:t>
            </a:r>
            <a:r>
              <a:rPr lang="nb-NO" sz="1600" dirty="0" err="1">
                <a:solidFill>
                  <a:schemeClr val="bg1"/>
                </a:solidFill>
              </a:rPr>
              <a:t>brief</a:t>
            </a:r>
            <a:endParaRPr lang="nb-NO" sz="1600" dirty="0">
              <a:solidFill>
                <a:schemeClr val="bg1"/>
              </a:solidFill>
            </a:endParaRPr>
          </a:p>
          <a:p>
            <a:pPr marL="268288" indent="-268288">
              <a:buFont typeface="+mj-lt"/>
              <a:buAutoNum type="arabicPeriod"/>
            </a:pPr>
            <a:r>
              <a:rPr lang="nb-NO" sz="1600" dirty="0">
                <a:solidFill>
                  <a:schemeClr val="bg1"/>
                </a:solidFill>
              </a:rPr>
              <a:t>Foreslåtte prosjektbeskrivelser</a:t>
            </a:r>
          </a:p>
          <a:p>
            <a:pPr marL="268288" indent="-268288">
              <a:buFont typeface="+mj-lt"/>
              <a:buAutoNum type="arabicPeriod"/>
            </a:pPr>
            <a:endParaRPr lang="nb-NO" sz="1600" dirty="0">
              <a:solidFill>
                <a:schemeClr val="bg1"/>
              </a:solidFill>
            </a:endParaRPr>
          </a:p>
          <a:p>
            <a:pPr marL="800100" lvl="1" indent="-342900">
              <a:buFont typeface="+mj-lt"/>
              <a:buAutoNum type="arabicPeriod"/>
            </a:pPr>
            <a:endParaRPr lang="nb-NO" sz="1600" dirty="0">
              <a:solidFill>
                <a:schemeClr val="bg1"/>
              </a:solidFill>
            </a:endParaRPr>
          </a:p>
          <a:p>
            <a:pPr marL="342900" indent="-342900" algn="l">
              <a:buFont typeface="+mj-lt"/>
              <a:buAutoNum type="arabicPeriod"/>
            </a:pPr>
            <a:endParaRPr lang="nb-NO" sz="1600" dirty="0">
              <a:solidFill>
                <a:schemeClr val="bg1"/>
              </a:solidFill>
            </a:endParaRPr>
          </a:p>
          <a:p>
            <a:pPr marL="342900" indent="-342900" algn="l">
              <a:buFont typeface="+mj-lt"/>
              <a:buAutoNum type="arabicPeriod"/>
            </a:pPr>
            <a:endParaRPr lang="nb-NO" sz="1600" dirty="0">
              <a:solidFill>
                <a:schemeClr val="bg1"/>
              </a:solidFill>
            </a:endParaRPr>
          </a:p>
          <a:p>
            <a:pPr marL="342900" indent="-342900" algn="l">
              <a:buFont typeface="+mj-lt"/>
              <a:buAutoNum type="arabicPeriod"/>
            </a:pPr>
            <a:endParaRPr lang="nb-NO" sz="1600" dirty="0">
              <a:solidFill>
                <a:schemeClr val="bg1"/>
              </a:solidFill>
            </a:endParaRPr>
          </a:p>
          <a:p>
            <a:pPr marL="342900" indent="-342900" algn="l">
              <a:buFont typeface="+mj-lt"/>
              <a:buAutoNum type="arabicPeriod"/>
            </a:pPr>
            <a:endParaRPr lang="nb-NO" sz="1600" b="0" i="0" dirty="0">
              <a:solidFill>
                <a:schemeClr val="bg1"/>
              </a:solidFill>
              <a:effectLst/>
            </a:endParaRPr>
          </a:p>
          <a:p>
            <a:pPr marL="342900" indent="-342900" algn="l">
              <a:buFont typeface="+mj-lt"/>
              <a:buAutoNum type="arabicPeriod"/>
            </a:pPr>
            <a:endParaRPr lang="nb-NO" sz="1600" b="0" i="0" dirty="0">
              <a:solidFill>
                <a:schemeClr val="bg1"/>
              </a:solidFill>
              <a:effectLst/>
            </a:endParaRPr>
          </a:p>
          <a:p>
            <a:pPr marL="342900" indent="-342900" algn="l">
              <a:buFont typeface="+mj-lt"/>
              <a:buAutoNum type="arabicPeriod"/>
            </a:pPr>
            <a:endParaRPr lang="nb-NO" sz="1600" b="0" i="0" dirty="0">
              <a:solidFill>
                <a:schemeClr val="bg1"/>
              </a:solidFill>
              <a:effectLst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810700" y="1586337"/>
            <a:ext cx="4732020" cy="0"/>
          </a:xfrm>
          <a:prstGeom prst="line">
            <a:avLst/>
          </a:prstGeom>
          <a:ln w="19050">
            <a:solidFill>
              <a:srgbClr val="CE93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Bilde 6">
            <a:extLst>
              <a:ext uri="{FF2B5EF4-FFF2-40B4-BE49-F238E27FC236}">
                <a16:creationId xmlns:a16="http://schemas.microsoft.com/office/drawing/2014/main" id="{25F47607-8F0A-4FEB-EE96-CFA7987CD4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450454" cy="305422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16925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9932"/>
    </mc:Choice>
    <mc:Fallback xmlns="">
      <p:transition spd="slow" advTm="9993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11BFF5-6968-8038-F386-A3F794AA7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2">
            <a:extLst>
              <a:ext uri="{FF2B5EF4-FFF2-40B4-BE49-F238E27FC236}">
                <a16:creationId xmlns:a16="http://schemas.microsoft.com/office/drawing/2014/main" id="{04FF2515-4B39-1983-FE92-932590AEE5F1}"/>
              </a:ext>
            </a:extLst>
          </p:cNvPr>
          <p:cNvSpPr txBox="1"/>
          <p:nvPr/>
        </p:nvSpPr>
        <p:spPr>
          <a:xfrm>
            <a:off x="0" y="0"/>
            <a:ext cx="73028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Obligatorisk krav</a:t>
            </a:r>
          </a:p>
        </p:txBody>
      </p:sp>
      <p:sp>
        <p:nvSpPr>
          <p:cNvPr id="3" name="TekstSylinder 2">
            <a:extLst>
              <a:ext uri="{FF2B5EF4-FFF2-40B4-BE49-F238E27FC236}">
                <a16:creationId xmlns:a16="http://schemas.microsoft.com/office/drawing/2014/main" id="{AFEC8BB4-C2CA-CA6B-6121-8D835AEE24B0}"/>
              </a:ext>
            </a:extLst>
          </p:cNvPr>
          <p:cNvSpPr txBox="1"/>
          <p:nvPr/>
        </p:nvSpPr>
        <p:spPr>
          <a:xfrm>
            <a:off x="284803" y="715869"/>
            <a:ext cx="7550901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</a:rPr>
              <a:t>Innlevering</a:t>
            </a:r>
            <a:r>
              <a:rPr lang="en-US" sz="1600" dirty="0">
                <a:solidFill>
                  <a:schemeClr val="bg1"/>
                </a:solidFill>
              </a:rPr>
              <a:t> av “product-brief.md” – </a:t>
            </a:r>
            <a:r>
              <a:rPr lang="en-US" sz="1600" dirty="0" err="1">
                <a:solidFill>
                  <a:schemeClr val="bg1"/>
                </a:solidFill>
              </a:rPr>
              <a:t>hva</a:t>
            </a:r>
            <a:r>
              <a:rPr lang="en-US" sz="1600" dirty="0">
                <a:solidFill>
                  <a:schemeClr val="bg1"/>
                </a:solidFill>
              </a:rPr>
              <a:t>, </a:t>
            </a:r>
            <a:r>
              <a:rPr lang="en-US" sz="1600" dirty="0" err="1">
                <a:solidFill>
                  <a:schemeClr val="bg1"/>
                </a:solidFill>
              </a:rPr>
              <a:t>hvorfor</a:t>
            </a:r>
            <a:r>
              <a:rPr lang="en-US" sz="1600" dirty="0">
                <a:solidFill>
                  <a:schemeClr val="bg1"/>
                </a:solidFill>
              </a:rPr>
              <a:t>, </a:t>
            </a:r>
            <a:r>
              <a:rPr lang="en-US" sz="1600" dirty="0" err="1">
                <a:solidFill>
                  <a:schemeClr val="bg1"/>
                </a:solidFill>
              </a:rPr>
              <a:t>hvem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og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hvordan</a:t>
            </a:r>
            <a:endParaRPr lang="en-US" sz="16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</a:rPr>
              <a:t>Første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fase</a:t>
            </a:r>
            <a:r>
              <a:rPr lang="en-US" sz="1600" dirty="0">
                <a:solidFill>
                  <a:schemeClr val="bg1"/>
                </a:solidFill>
              </a:rPr>
              <a:t> i BMAD </a:t>
            </a:r>
            <a:r>
              <a:rPr lang="en-US" sz="1600" dirty="0" err="1">
                <a:solidFill>
                  <a:schemeClr val="bg1"/>
                </a:solidFill>
              </a:rPr>
              <a:t>rammeverket</a:t>
            </a:r>
            <a:endParaRPr lang="en-US" sz="16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Frist: </a:t>
            </a:r>
            <a:r>
              <a:rPr lang="en-US" sz="1600" dirty="0" err="1">
                <a:solidFill>
                  <a:schemeClr val="bg1"/>
                </a:solidFill>
              </a:rPr>
              <a:t>Søndag</a:t>
            </a:r>
            <a:r>
              <a:rPr lang="en-US" sz="1600" dirty="0">
                <a:solidFill>
                  <a:schemeClr val="bg1"/>
                </a:solidFill>
              </a:rPr>
              <a:t> 13 September - </a:t>
            </a:r>
            <a:r>
              <a:rPr lang="en-US" sz="1600" dirty="0" err="1">
                <a:solidFill>
                  <a:schemeClr val="bg1"/>
                </a:solidFill>
              </a:rPr>
              <a:t>ufravikelig</a:t>
            </a:r>
            <a:endParaRPr lang="en-US" sz="16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 err="1">
                <a:solidFill>
                  <a:schemeClr val="bg1"/>
                </a:solidFill>
              </a:rPr>
              <a:t>Gjennomføring</a:t>
            </a:r>
            <a:endParaRPr lang="en-US" sz="16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1600" dirty="0" err="1">
                <a:solidFill>
                  <a:schemeClr val="bg1"/>
                </a:solidFill>
              </a:rPr>
              <a:t>Gruppene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dannes</a:t>
            </a:r>
            <a:r>
              <a:rPr lang="en-US" sz="1600" dirty="0">
                <a:solidFill>
                  <a:schemeClr val="bg1"/>
                </a:solidFill>
              </a:rPr>
              <a:t> – </a:t>
            </a:r>
            <a:r>
              <a:rPr lang="en-US" sz="1600" dirty="0" err="1">
                <a:solidFill>
                  <a:schemeClr val="bg1"/>
                </a:solidFill>
              </a:rPr>
              <a:t>dette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gjøres</a:t>
            </a:r>
            <a:r>
              <a:rPr lang="en-US" sz="1600" dirty="0">
                <a:solidFill>
                  <a:schemeClr val="bg1"/>
                </a:solidFill>
              </a:rPr>
              <a:t> via </a:t>
            </a:r>
            <a:r>
              <a:rPr lang="en-US" sz="1600" dirty="0" err="1">
                <a:solidFill>
                  <a:schemeClr val="bg1"/>
                </a:solidFill>
              </a:rPr>
              <a:t>eget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skjema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sendt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ut</a:t>
            </a:r>
            <a:r>
              <a:rPr lang="en-US" sz="1600" dirty="0">
                <a:solidFill>
                  <a:schemeClr val="bg1"/>
                </a:solidFill>
              </a:rPr>
              <a:t> i </a:t>
            </a:r>
            <a:r>
              <a:rPr lang="en-US" sz="1600" dirty="0" err="1">
                <a:solidFill>
                  <a:schemeClr val="bg1"/>
                </a:solidFill>
              </a:rPr>
              <a:t>egen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kunngjøring</a:t>
            </a:r>
            <a:r>
              <a:rPr lang="en-US" sz="1600" dirty="0">
                <a:solidFill>
                  <a:schemeClr val="bg1"/>
                </a:solidFill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Alle </a:t>
            </a:r>
            <a:r>
              <a:rPr lang="en-US" sz="1600" dirty="0" err="1">
                <a:solidFill>
                  <a:schemeClr val="bg1"/>
                </a:solidFill>
              </a:rPr>
              <a:t>må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installere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nødvendig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programvare</a:t>
            </a:r>
            <a:r>
              <a:rPr lang="en-US" sz="1600" dirty="0">
                <a:solidFill>
                  <a:schemeClr val="bg1"/>
                </a:solidFill>
              </a:rPr>
              <a:t> ( appendix A ) – </a:t>
            </a:r>
            <a:r>
              <a:rPr lang="en-US" sz="1600" dirty="0" err="1">
                <a:solidFill>
                  <a:schemeClr val="bg1"/>
                </a:solidFill>
              </a:rPr>
              <a:t>vil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bli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gjennomgått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på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torsdag</a:t>
            </a:r>
            <a:r>
              <a:rPr lang="en-US" sz="1600" dirty="0">
                <a:solidFill>
                  <a:schemeClr val="bg1"/>
                </a:solidFill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Alle </a:t>
            </a:r>
            <a:r>
              <a:rPr lang="en-US" sz="1600" dirty="0" err="1">
                <a:solidFill>
                  <a:schemeClr val="bg1"/>
                </a:solidFill>
              </a:rPr>
              <a:t>grupper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får</a:t>
            </a:r>
            <a:r>
              <a:rPr lang="en-US" sz="1600" dirty="0">
                <a:solidFill>
                  <a:schemeClr val="bg1"/>
                </a:solidFill>
              </a:rPr>
              <a:t>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En </a:t>
            </a:r>
            <a:r>
              <a:rPr lang="en-US" sz="1600" dirty="0" err="1">
                <a:solidFill>
                  <a:schemeClr val="bg1"/>
                </a:solidFill>
              </a:rPr>
              <a:t>egen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kanal</a:t>
            </a:r>
            <a:r>
              <a:rPr lang="en-US" sz="1600" dirty="0">
                <a:solidFill>
                  <a:schemeClr val="bg1"/>
                </a:solidFill>
              </a:rPr>
              <a:t> i Teams (vi setter </a:t>
            </a:r>
            <a:r>
              <a:rPr lang="en-US" sz="1600" dirty="0" err="1">
                <a:solidFill>
                  <a:schemeClr val="bg1"/>
                </a:solidFill>
              </a:rPr>
              <a:t>opp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dette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når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gruppene</a:t>
            </a:r>
            <a:r>
              <a:rPr lang="en-US" sz="1600" dirty="0">
                <a:solidFill>
                  <a:schemeClr val="bg1"/>
                </a:solidFill>
              </a:rPr>
              <a:t> er </a:t>
            </a:r>
            <a:r>
              <a:rPr lang="en-US" sz="1600" dirty="0" err="1">
                <a:solidFill>
                  <a:schemeClr val="bg1"/>
                </a:solidFill>
              </a:rPr>
              <a:t>fastsatte</a:t>
            </a:r>
            <a:r>
              <a:rPr lang="en-US" sz="1600" dirty="0">
                <a:solidFill>
                  <a:schemeClr val="bg1"/>
                </a:solidFill>
              </a:rPr>
              <a:t>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Et </a:t>
            </a:r>
            <a:r>
              <a:rPr lang="en-US" sz="1600" dirty="0" err="1">
                <a:solidFill>
                  <a:schemeClr val="bg1"/>
                </a:solidFill>
              </a:rPr>
              <a:t>eget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kodearkiv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på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Github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som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tilhører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oss</a:t>
            </a:r>
            <a:r>
              <a:rPr lang="en-US" sz="1600" dirty="0">
                <a:solidFill>
                  <a:schemeClr val="bg1"/>
                </a:solidFill>
              </a:rPr>
              <a:t>. Alle </a:t>
            </a:r>
            <a:r>
              <a:rPr lang="en-US" sz="1600" dirty="0" err="1">
                <a:solidFill>
                  <a:schemeClr val="bg1"/>
                </a:solidFill>
              </a:rPr>
              <a:t>må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registrere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egen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bruker</a:t>
            </a:r>
            <a:r>
              <a:rPr lang="en-US" sz="1600" dirty="0">
                <a:solidFill>
                  <a:schemeClr val="bg1"/>
                </a:solidFill>
              </a:rPr>
              <a:t> hos </a:t>
            </a:r>
            <a:r>
              <a:rPr lang="en-US" sz="1600" dirty="0" err="1">
                <a:solidFill>
                  <a:schemeClr val="bg1"/>
                </a:solidFill>
              </a:rPr>
              <a:t>Github</a:t>
            </a:r>
            <a:r>
              <a:rPr lang="en-US" sz="1600" dirty="0">
                <a:solidFill>
                  <a:schemeClr val="bg1"/>
                </a:solidFill>
              </a:rPr>
              <a:t> (</a:t>
            </a:r>
            <a:r>
              <a:rPr lang="en-US" sz="1600" dirty="0" err="1">
                <a:solidFill>
                  <a:schemeClr val="bg1"/>
                </a:solidFill>
              </a:rPr>
              <a:t>kostnadsfritt</a:t>
            </a:r>
            <a:r>
              <a:rPr lang="en-US" sz="1600" dirty="0">
                <a:solidFill>
                  <a:schemeClr val="bg1"/>
                </a:solidFill>
              </a:rPr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Dere </a:t>
            </a:r>
            <a:r>
              <a:rPr lang="en-US" sz="1600" dirty="0" err="1">
                <a:solidFill>
                  <a:schemeClr val="bg1"/>
                </a:solidFill>
              </a:rPr>
              <a:t>gjennomfører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første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steg</a:t>
            </a:r>
            <a:r>
              <a:rPr lang="en-US" sz="1600" dirty="0">
                <a:solidFill>
                  <a:schemeClr val="bg1"/>
                </a:solidFill>
              </a:rPr>
              <a:t> i BMAD </a:t>
            </a:r>
            <a:r>
              <a:rPr lang="en-US" sz="1600" dirty="0" err="1">
                <a:solidFill>
                  <a:schemeClr val="bg1"/>
                </a:solidFill>
              </a:rPr>
              <a:t>rammeverket</a:t>
            </a:r>
            <a:r>
              <a:rPr lang="en-US" sz="1600" dirty="0">
                <a:solidFill>
                  <a:schemeClr val="bg1"/>
                </a:solidFill>
              </a:rPr>
              <a:t>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Product brief (brainstorming, research </a:t>
            </a:r>
            <a:r>
              <a:rPr lang="en-US" sz="1600" dirty="0" err="1">
                <a:solidFill>
                  <a:schemeClr val="bg1"/>
                </a:solidFill>
              </a:rPr>
              <a:t>etter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behov</a:t>
            </a:r>
            <a:r>
              <a:rPr lang="en-US" sz="1600" dirty="0">
                <a:solidFill>
                  <a:schemeClr val="bg1"/>
                </a:solidFill>
              </a:rPr>
              <a:t>)</a:t>
            </a:r>
          </a:p>
          <a:p>
            <a:pPr marL="914400" lvl="1" indent="-457200">
              <a:buFont typeface="+mj-lt"/>
              <a:buAutoNum type="arabicPeriod"/>
            </a:pP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151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1851FD-9B1F-CDFA-346B-0D04E8907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2">
            <a:extLst>
              <a:ext uri="{FF2B5EF4-FFF2-40B4-BE49-F238E27FC236}">
                <a16:creationId xmlns:a16="http://schemas.microsoft.com/office/drawing/2014/main" id="{B2ABBD79-4272-EA05-B1AE-8EF476DEF067}"/>
              </a:ext>
            </a:extLst>
          </p:cNvPr>
          <p:cNvSpPr txBox="1"/>
          <p:nvPr/>
        </p:nvSpPr>
        <p:spPr>
          <a:xfrm>
            <a:off x="0" y="0"/>
            <a:ext cx="73028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Grupper</a:t>
            </a:r>
          </a:p>
        </p:txBody>
      </p:sp>
      <p:sp>
        <p:nvSpPr>
          <p:cNvPr id="3" name="TekstSylinder 2">
            <a:extLst>
              <a:ext uri="{FF2B5EF4-FFF2-40B4-BE49-F238E27FC236}">
                <a16:creationId xmlns:a16="http://schemas.microsoft.com/office/drawing/2014/main" id="{24ED9F12-ABE9-0EC6-AA88-938259F22176}"/>
              </a:ext>
            </a:extLst>
          </p:cNvPr>
          <p:cNvSpPr txBox="1"/>
          <p:nvPr/>
        </p:nvSpPr>
        <p:spPr>
          <a:xfrm>
            <a:off x="284803" y="715869"/>
            <a:ext cx="755090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Dere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“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invitere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”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til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grupper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canvas under </a:t>
            </a:r>
            <a:r>
              <a:rPr kumimoji="0" lang="en-US" sz="2000" b="0" i="0" u="none" strike="noStrike" kern="1200" cap="none" spc="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personer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</a:t>
            </a:r>
            <a:r>
              <a:rPr kumimoji="0" lang="en-US" sz="2000" b="0" i="0" u="none" strike="noStrike" kern="1200" cap="none" spc="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studentgrupper</a:t>
            </a:r>
            <a:endParaRPr kumimoji="0" lang="en-US" sz="2000" b="0" i="0" u="none" strike="noStrike" kern="1200" cap="none" spc="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baseline="0" dirty="0">
                <a:solidFill>
                  <a:prstClr val="white"/>
                </a:solidFill>
                <a:latin typeface="Calibri" panose="020F0502020204030204"/>
              </a:rPr>
              <a:t>Fra 1 – 4 </a:t>
            </a:r>
            <a:r>
              <a:rPr lang="en-US" sz="2000" baseline="0" dirty="0" err="1">
                <a:solidFill>
                  <a:prstClr val="white"/>
                </a:solidFill>
                <a:latin typeface="Calibri" panose="020F0502020204030204"/>
              </a:rPr>
              <a:t>medlemmer</a:t>
            </a:r>
            <a:r>
              <a:rPr lang="en-US" sz="2000" baseline="0" dirty="0">
                <a:solidFill>
                  <a:prstClr val="white"/>
                </a:solidFill>
                <a:latin typeface="Calibri" panose="020F0502020204030204"/>
              </a:rPr>
              <a:t> – du </a:t>
            </a:r>
            <a:r>
              <a:rPr lang="en-US" sz="2000" baseline="0" dirty="0" err="1">
                <a:solidFill>
                  <a:prstClr val="white"/>
                </a:solidFill>
                <a:latin typeface="Calibri" panose="020F0502020204030204"/>
              </a:rPr>
              <a:t>må</a:t>
            </a:r>
            <a:r>
              <a:rPr lang="en-US" sz="2000" baseline="0" dirty="0">
                <a:solidFill>
                  <a:prstClr val="white"/>
                </a:solidFill>
                <a:latin typeface="Calibri" panose="020F0502020204030204"/>
              </a:rPr>
              <a:t> </a:t>
            </a:r>
            <a:r>
              <a:rPr lang="en-US" sz="2000" baseline="0" dirty="0" err="1">
                <a:solidFill>
                  <a:prstClr val="white"/>
                </a:solidFill>
                <a:latin typeface="Calibri" panose="020F0502020204030204"/>
              </a:rPr>
              <a:t>registrere</a:t>
            </a:r>
            <a:r>
              <a:rPr lang="en-US" sz="2000" baseline="0" dirty="0">
                <a:solidFill>
                  <a:prstClr val="white"/>
                </a:solidFill>
                <a:latin typeface="Calibri" panose="020F0502020204030204"/>
              </a:rPr>
              <a:t> deg </a:t>
            </a:r>
            <a:r>
              <a:rPr lang="en-US" sz="2000" baseline="0" dirty="0" err="1">
                <a:solidFill>
                  <a:prstClr val="white"/>
                </a:solidFill>
                <a:latin typeface="Calibri" panose="020F0502020204030204"/>
              </a:rPr>
              <a:t>selv</a:t>
            </a:r>
            <a:r>
              <a:rPr lang="en-US" sz="2000" baseline="0" dirty="0">
                <a:solidFill>
                  <a:prstClr val="white"/>
                </a:solidFill>
                <a:latin typeface="Calibri" panose="020F0502020204030204"/>
              </a:rPr>
              <a:t> om du</a:t>
            </a:r>
            <a:r>
              <a:rPr lang="en-US" sz="2000" dirty="0">
                <a:solidFill>
                  <a:prstClr val="white"/>
                </a:solidFill>
                <a:latin typeface="Calibri" panose="020F0502020204030204"/>
              </a:rPr>
              <a:t> er </a:t>
            </a:r>
            <a:r>
              <a:rPr lang="en-US" sz="2000" dirty="0" err="1">
                <a:solidFill>
                  <a:prstClr val="white"/>
                </a:solidFill>
                <a:latin typeface="Calibri" panose="020F0502020204030204"/>
              </a:rPr>
              <a:t>singel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Calibri" panose="020F0502020204030204"/>
              </a:rPr>
              <a:t>Frist for å </a:t>
            </a:r>
            <a:r>
              <a:rPr lang="en-US" sz="2000" dirty="0" err="1">
                <a:solidFill>
                  <a:prstClr val="white"/>
                </a:solidFill>
                <a:latin typeface="Calibri" panose="020F0502020204030204"/>
              </a:rPr>
              <a:t>lage</a:t>
            </a:r>
            <a:r>
              <a:rPr lang="en-US" sz="2000" dirty="0">
                <a:solidFill>
                  <a:prstClr val="white"/>
                </a:solidFill>
                <a:latin typeface="Calibri" panose="020F0502020204030204"/>
              </a:rPr>
              <a:t> </a:t>
            </a:r>
            <a:r>
              <a:rPr lang="en-US" sz="2000" dirty="0" err="1">
                <a:solidFill>
                  <a:prstClr val="white"/>
                </a:solidFill>
                <a:latin typeface="Calibri" panose="020F0502020204030204"/>
              </a:rPr>
              <a:t>grupper</a:t>
            </a:r>
            <a:r>
              <a:rPr lang="en-US" sz="2000" dirty="0">
                <a:solidFill>
                  <a:prstClr val="white"/>
                </a:solidFill>
                <a:latin typeface="Calibri" panose="020F0502020204030204"/>
              </a:rPr>
              <a:t>: </a:t>
            </a:r>
            <a:r>
              <a:rPr lang="en-US" sz="2000" dirty="0" err="1">
                <a:solidFill>
                  <a:prstClr val="white"/>
                </a:solidFill>
                <a:latin typeface="Calibri" panose="020F0502020204030204"/>
              </a:rPr>
              <a:t>Søndag</a:t>
            </a:r>
            <a:r>
              <a:rPr lang="en-US" sz="2000" dirty="0">
                <a:solidFill>
                  <a:prstClr val="white"/>
                </a:solidFill>
                <a:latin typeface="Calibri" panose="020F0502020204030204"/>
              </a:rPr>
              <a:t> 6 September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000" dirty="0">
              <a:solidFill>
                <a:prstClr val="white"/>
              </a:solidFill>
              <a:latin typeface="Calibri" panose="020F0502020204030204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162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3BFA31-A0AB-88A5-8E1D-44C8B5A54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2">
            <a:extLst>
              <a:ext uri="{FF2B5EF4-FFF2-40B4-BE49-F238E27FC236}">
                <a16:creationId xmlns:a16="http://schemas.microsoft.com/office/drawing/2014/main" id="{1051A875-B68C-6171-3F51-FC3C70F45807}"/>
              </a:ext>
            </a:extLst>
          </p:cNvPr>
          <p:cNvSpPr txBox="1"/>
          <p:nvPr/>
        </p:nvSpPr>
        <p:spPr>
          <a:xfrm>
            <a:off x="0" y="0"/>
            <a:ext cx="73028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Product </a:t>
            </a:r>
            <a:r>
              <a:rPr kumimoji="0" lang="nb-NO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brief</a:t>
            </a:r>
            <a:endParaRPr kumimoji="0" lang="nb-NO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kstSylinder 2">
            <a:extLst>
              <a:ext uri="{FF2B5EF4-FFF2-40B4-BE49-F238E27FC236}">
                <a16:creationId xmlns:a16="http://schemas.microsoft.com/office/drawing/2014/main" id="{2B968E95-B524-E481-B2D9-B3D509F731C3}"/>
              </a:ext>
            </a:extLst>
          </p:cNvPr>
          <p:cNvSpPr txBox="1"/>
          <p:nvPr/>
        </p:nvSpPr>
        <p:spPr>
          <a:xfrm>
            <a:off x="284804" y="715869"/>
            <a:ext cx="581430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dirty="0">
                <a:solidFill>
                  <a:prstClr val="white"/>
                </a:solidFill>
                <a:latin typeface="Calibri" panose="020F0502020204030204"/>
              </a:rPr>
              <a:t>En </a:t>
            </a:r>
            <a:r>
              <a:rPr lang="en-US" sz="1600" dirty="0" err="1">
                <a:solidFill>
                  <a:prstClr val="white"/>
                </a:solidFill>
                <a:latin typeface="Calibri" panose="020F0502020204030204"/>
              </a:rPr>
              <a:t>tekstfil</a:t>
            </a:r>
            <a:r>
              <a:rPr lang="en-US" sz="1600" dirty="0">
                <a:solidFill>
                  <a:prstClr val="white"/>
                </a:solidFill>
                <a:latin typeface="Calibri" panose="020F0502020204030204"/>
              </a:rPr>
              <a:t> i markdown format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Overordnet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 plan med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applikasjonen</a:t>
            </a:r>
            <a:r>
              <a:rPr lang="en-US" sz="1600" dirty="0">
                <a:solidFill>
                  <a:prstClr val="white"/>
                </a:solidFill>
                <a:latin typeface="Calibri" panose="020F0502020204030204"/>
              </a:rPr>
              <a:t>, ca 2 sider med </a:t>
            </a:r>
            <a:r>
              <a:rPr lang="en-US" sz="1600" dirty="0" err="1">
                <a:solidFill>
                  <a:prstClr val="white"/>
                </a:solidFill>
                <a:latin typeface="Calibri" panose="020F0502020204030204"/>
              </a:rPr>
              <a:t>tekst</a:t>
            </a:r>
            <a:endParaRPr lang="en-US" sz="1600" dirty="0">
              <a:solidFill>
                <a:prstClr val="white"/>
              </a:solidFill>
              <a:latin typeface="Calibri" panose="020F0502020204030204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noProof="0" dirty="0" err="1">
                <a:solidFill>
                  <a:prstClr val="white"/>
                </a:solidFill>
                <a:latin typeface="Calibri" panose="020F0502020204030204"/>
              </a:rPr>
              <a:t>Første</a:t>
            </a:r>
            <a:r>
              <a:rPr lang="en-US" sz="1600" noProof="0" dirty="0">
                <a:solidFill>
                  <a:prstClr val="white"/>
                </a:solidFill>
                <a:latin typeface="Calibri" panose="020F0502020204030204"/>
              </a:rPr>
              <a:t> </a:t>
            </a:r>
            <a:r>
              <a:rPr lang="en-US" sz="1600" noProof="0" dirty="0" err="1">
                <a:solidFill>
                  <a:prstClr val="white"/>
                </a:solidFill>
                <a:latin typeface="Calibri" panose="020F0502020204030204"/>
              </a:rPr>
              <a:t>steg</a:t>
            </a:r>
            <a:r>
              <a:rPr lang="en-US" sz="1600" noProof="0" dirty="0">
                <a:solidFill>
                  <a:prstClr val="white"/>
                </a:solidFill>
                <a:latin typeface="Calibri" panose="020F0502020204030204"/>
              </a:rPr>
              <a:t>  i BMAD </a:t>
            </a:r>
            <a:r>
              <a:rPr lang="en-US" sz="1600" noProof="0" dirty="0" err="1">
                <a:solidFill>
                  <a:prstClr val="white"/>
                </a:solidFill>
                <a:latin typeface="Calibri" panose="020F0502020204030204"/>
              </a:rPr>
              <a:t>rammeverket</a:t>
            </a:r>
            <a:endParaRPr lang="en-US" sz="1600" noProof="0" dirty="0">
              <a:solidFill>
                <a:prstClr val="white"/>
              </a:solidFill>
              <a:latin typeface="Calibri" panose="020F0502020204030204"/>
            </a:endParaRP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kumimoji="0" lang="en-US" sz="1600" b="0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Krever at all </a:t>
            </a:r>
            <a:r>
              <a:rPr kumimoji="0" lang="en-US" sz="1600" b="0" i="0" u="none" strike="noStrike" kern="1200" cap="none" spc="0" normalizeH="0" baseline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installasjon</a:t>
            </a:r>
            <a:r>
              <a:rPr kumimoji="0" lang="en-US" sz="1600" b="0" i="0" u="none" strike="noStrike" kern="1200" cap="none" spc="0" normalizeH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 er </a:t>
            </a:r>
            <a:r>
              <a:rPr kumimoji="0" lang="en-US" sz="1600" b="0" i="0" u="none" strike="noStrike" kern="1200" cap="none" spc="0" normalizeH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på</a:t>
            </a:r>
            <a:r>
              <a:rPr kumimoji="0" lang="en-US" sz="1600" b="0" i="0" u="none" strike="noStrike" kern="1200" cap="none" spc="0" normalizeH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 </a:t>
            </a:r>
            <a:r>
              <a:rPr kumimoji="0" lang="en-US" sz="1600" b="0" i="0" u="none" strike="noStrike" kern="1200" cap="none" spc="0" normalizeH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plass</a:t>
            </a:r>
            <a:endParaRPr lang="en-US" sz="1600" dirty="0">
              <a:solidFill>
                <a:prstClr val="white"/>
              </a:solidFill>
              <a:latin typeface="Calibri" panose="020F0502020204030204"/>
            </a:endParaRP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kumimoji="0" lang="en-US" sz="1600" b="0" i="0" u="none" strike="noStrike" kern="1200" cap="none" spc="0" normalizeH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Minst</a:t>
            </a:r>
            <a:r>
              <a:rPr kumimoji="0" lang="en-US" sz="1600" b="0" i="0" u="none" strike="noStrike" kern="1200" cap="none" spc="0" normalizeH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 </a:t>
            </a:r>
            <a:r>
              <a:rPr kumimoji="0" lang="en-US" sz="1600" b="0" i="0" u="none" strike="noStrike" kern="1200" cap="none" spc="0" normalizeH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en</a:t>
            </a:r>
            <a:r>
              <a:rPr kumimoji="0" lang="en-US" sz="1600" b="0" i="0" u="none" strike="noStrike" kern="1200" cap="none" spc="0" normalizeH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 person </a:t>
            </a:r>
            <a:r>
              <a:rPr kumimoji="0" lang="en-US" sz="1600" b="0" i="0" u="none" strike="noStrike" kern="1200" cap="none" spc="0" normalizeH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på</a:t>
            </a:r>
            <a:r>
              <a:rPr kumimoji="0" lang="en-US" sz="1600" b="0" i="0" u="none" strike="noStrike" kern="1200" cap="none" spc="0" normalizeH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 </a:t>
            </a:r>
            <a:r>
              <a:rPr kumimoji="0" lang="en-US" sz="1600" b="0" i="0" u="none" strike="noStrike" kern="1200" cap="none" spc="0" normalizeH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gruppen</a:t>
            </a:r>
            <a:r>
              <a:rPr kumimoji="0" lang="en-US" sz="1600" b="0" i="0" u="none" strike="noStrike" kern="1200" cap="none" spc="0" normalizeH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 </a:t>
            </a:r>
            <a:r>
              <a:rPr kumimoji="0" lang="en-US" sz="1600" b="0" i="0" u="none" strike="noStrike" kern="1200" cap="none" spc="0" normalizeH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har</a:t>
            </a:r>
            <a:r>
              <a:rPr kumimoji="0" lang="en-US" sz="1600" b="0" i="0" u="none" strike="noStrike" kern="1200" cap="none" spc="0" normalizeH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 </a:t>
            </a:r>
            <a:r>
              <a:rPr kumimoji="0" lang="en-US" sz="1600" b="0" i="0" u="none" strike="noStrike" kern="1200" cap="none" spc="0" normalizeH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en</a:t>
            </a:r>
            <a:r>
              <a:rPr kumimoji="0" lang="en-US" sz="1600" b="0" i="0" u="none" strike="noStrike" kern="1200" cap="none" spc="0" normalizeH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 </a:t>
            </a:r>
            <a:r>
              <a:rPr kumimoji="0" lang="en-US" sz="1600" b="0" i="0" u="none" strike="noStrike" kern="1200" cap="none" spc="0" normalizeH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bruker</a:t>
            </a:r>
            <a:r>
              <a:rPr kumimoji="0" lang="en-US" sz="1600" b="0" i="0" u="none" strike="noStrike" kern="1200" cap="none" spc="0" normalizeH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 </a:t>
            </a:r>
            <a:r>
              <a:rPr kumimoji="0" lang="en-US" sz="1600" b="0" i="0" u="none" strike="noStrike" kern="1200" cap="none" spc="0" normalizeH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på</a:t>
            </a:r>
            <a:r>
              <a:rPr kumimoji="0" lang="en-US" sz="1600" b="0" i="0" u="none" strike="noStrike" kern="1200" cap="none" spc="0" normalizeH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 </a:t>
            </a:r>
            <a:r>
              <a:rPr kumimoji="0" lang="en-US" sz="1600" b="0" i="0" u="none" strike="noStrike" kern="1200" cap="none" spc="0" normalizeH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enten</a:t>
            </a:r>
            <a:r>
              <a:rPr kumimoji="0" lang="en-US" sz="1600" b="0" i="0" u="none" strike="noStrike" kern="1200" cap="none" spc="0" normalizeH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 hos ChatGPT, Claude </a:t>
            </a:r>
            <a:r>
              <a:rPr kumimoji="0" lang="en-US" sz="1600" b="0" i="0" u="none" strike="noStrike" kern="1200" cap="none" spc="0" normalizeH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eller</a:t>
            </a:r>
            <a:r>
              <a:rPr kumimoji="0" lang="en-US" sz="1600" b="0" i="0" u="none" strike="noStrike" kern="1200" cap="none" spc="0" normalizeH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 Gemini </a:t>
            </a:r>
          </a:p>
        </p:txBody>
      </p:sp>
    </p:spTree>
    <p:extLst>
      <p:ext uri="{BB962C8B-B14F-4D97-AF65-F5344CB8AC3E}">
        <p14:creationId xmlns:p14="http://schemas.microsoft.com/office/powerpoint/2010/main" val="2904160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53E216-7C66-27BE-B192-82163702D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2">
            <a:extLst>
              <a:ext uri="{FF2B5EF4-FFF2-40B4-BE49-F238E27FC236}">
                <a16:creationId xmlns:a16="http://schemas.microsoft.com/office/drawing/2014/main" id="{42798AC5-2FAF-56E3-AB4E-5CFF6C4A08B8}"/>
              </a:ext>
            </a:extLst>
          </p:cNvPr>
          <p:cNvSpPr txBox="1"/>
          <p:nvPr/>
        </p:nvSpPr>
        <p:spPr>
          <a:xfrm>
            <a:off x="0" y="0"/>
            <a:ext cx="73028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2400" dirty="0">
                <a:solidFill>
                  <a:prstClr val="white"/>
                </a:solidFill>
                <a:latin typeface="Calibri" panose="020F0502020204030204"/>
              </a:rPr>
              <a:t>Foreslåtte prosjektbeskrivelser</a:t>
            </a:r>
            <a:endParaRPr kumimoji="0" lang="nb-NO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kstSylinder 2">
            <a:extLst>
              <a:ext uri="{FF2B5EF4-FFF2-40B4-BE49-F238E27FC236}">
                <a16:creationId xmlns:a16="http://schemas.microsoft.com/office/drawing/2014/main" id="{68E41DE8-EB65-64C0-1486-2341769586DF}"/>
              </a:ext>
            </a:extLst>
          </p:cNvPr>
          <p:cNvSpPr txBox="1"/>
          <p:nvPr/>
        </p:nvSpPr>
        <p:spPr>
          <a:xfrm>
            <a:off x="284803" y="715869"/>
            <a:ext cx="75509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Foreslåtte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prosjektbeskrivelser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 er</a:t>
            </a:r>
            <a:r>
              <a:rPr kumimoji="0" lang="en-US" sz="1400" b="0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 </a:t>
            </a:r>
            <a:r>
              <a:rPr kumimoji="0" lang="en-US" sz="1400" b="0" i="0" u="none" strike="noStrike" kern="1200" cap="none" spc="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lagt</a:t>
            </a:r>
            <a:r>
              <a:rPr kumimoji="0" lang="en-US" sz="1400" b="0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 </a:t>
            </a:r>
            <a:r>
              <a:rPr kumimoji="0" lang="en-US" sz="1400" b="0" i="0" u="none" strike="noStrike" kern="1200" cap="none" spc="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ut</a:t>
            </a:r>
            <a:r>
              <a:rPr kumimoji="0" lang="en-US" sz="1400" b="0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 </a:t>
            </a:r>
            <a:r>
              <a:rPr kumimoji="0" lang="en-US" sz="1400" b="0" i="0" u="none" strike="noStrike" kern="1200" cap="none" spc="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på</a:t>
            </a:r>
            <a:r>
              <a:rPr kumimoji="0" lang="en-US" sz="1400" b="0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 canvas under mine </a:t>
            </a:r>
            <a:r>
              <a:rPr kumimoji="0" lang="en-US" sz="1400" b="0" i="0" u="none" strike="noStrike" kern="1200" cap="none" spc="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moduler</a:t>
            </a:r>
            <a:endParaRPr lang="en-US" sz="1400" dirty="0">
              <a:solidFill>
                <a:prstClr val="white"/>
              </a:solidFill>
              <a:latin typeface="Calibri" panose="020F0502020204030204"/>
              <a:sym typeface="Wingdings" panose="05000000000000000000" pitchFamily="2" charset="2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sym typeface="Wingdings" panose="05000000000000000000" pitchFamily="2" charset="2"/>
              </a:rPr>
              <a:t>Vanskelighetsgraden</a:t>
            </a:r>
            <a:r>
              <a:rPr kumimoji="0" lang="en-US" sz="1400" b="0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sym typeface="Wingdings" panose="05000000000000000000" pitchFamily="2" charset="2"/>
              </a:rPr>
              <a:t> </a:t>
            </a:r>
            <a:r>
              <a:rPr kumimoji="0" lang="en-US" sz="1400" b="0" i="0" u="none" strike="noStrike" kern="1200" cap="none" spc="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sym typeface="Wingdings" panose="05000000000000000000" pitchFamily="2" charset="2"/>
              </a:rPr>
              <a:t>vil</a:t>
            </a:r>
            <a:r>
              <a:rPr kumimoji="0" lang="en-US" sz="1400" b="0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sym typeface="Wingdings" panose="05000000000000000000" pitchFamily="2" charset="2"/>
              </a:rPr>
              <a:t> </a:t>
            </a:r>
            <a:r>
              <a:rPr kumimoji="0" lang="en-US" sz="1400" b="0" i="0" u="none" strike="noStrike" kern="1200" cap="none" spc="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sym typeface="Wingdings" panose="05000000000000000000" pitchFamily="2" charset="2"/>
              </a:rPr>
              <a:t>være</a:t>
            </a:r>
            <a:r>
              <a:rPr kumimoji="0" lang="en-US" sz="1400" b="0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sym typeface="Wingdings" panose="05000000000000000000" pitchFamily="2" charset="2"/>
              </a:rPr>
              <a:t> </a:t>
            </a:r>
            <a:r>
              <a:rPr kumimoji="0" lang="en-US" sz="1400" b="0" i="0" u="none" strike="noStrike" kern="1200" cap="none" spc="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sym typeface="Wingdings" panose="05000000000000000000" pitchFamily="2" charset="2"/>
              </a:rPr>
              <a:t>en</a:t>
            </a:r>
            <a:r>
              <a:rPr kumimoji="0" lang="en-US" sz="1400" b="0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sym typeface="Wingdings" panose="05000000000000000000" pitchFamily="2" charset="2"/>
              </a:rPr>
              <a:t> del av </a:t>
            </a:r>
            <a:r>
              <a:rPr kumimoji="0" lang="en-US" sz="1400" b="0" i="0" u="none" strike="noStrike" kern="1200" cap="none" spc="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sym typeface="Wingdings" panose="05000000000000000000" pitchFamily="2" charset="2"/>
              </a:rPr>
              <a:t>sensuren</a:t>
            </a:r>
            <a:endParaRPr kumimoji="0" lang="en-US" sz="1400" b="0" i="0" u="none" strike="noStrike" kern="1200" cap="none" spc="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sym typeface="Wingdings" panose="05000000000000000000" pitchFamily="2" charset="2"/>
            </a:endParaRP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  <a:sym typeface="Wingdings" panose="05000000000000000000" pitchFamily="2" charset="2"/>
              </a:rPr>
              <a:t>Et “</a:t>
            </a:r>
            <a:r>
              <a:rPr lang="en-US" sz="1400" dirty="0" err="1">
                <a:solidFill>
                  <a:prstClr val="white"/>
                </a:solidFill>
                <a:latin typeface="Calibri" panose="020F0502020204030204"/>
                <a:sym typeface="Wingdings" panose="05000000000000000000" pitchFamily="2" charset="2"/>
              </a:rPr>
              <a:t>enkelt</a:t>
            </a:r>
            <a:r>
              <a:rPr lang="en-US" sz="1400" dirty="0">
                <a:solidFill>
                  <a:prstClr val="white"/>
                </a:solidFill>
                <a:latin typeface="Calibri" panose="020F0502020204030204"/>
                <a:sym typeface="Wingdings" panose="05000000000000000000" pitchFamily="2" charset="2"/>
              </a:rPr>
              <a:t>” </a:t>
            </a:r>
            <a:r>
              <a:rPr lang="en-US" sz="1400" dirty="0" err="1">
                <a:solidFill>
                  <a:prstClr val="white"/>
                </a:solidFill>
                <a:latin typeface="Calibri" panose="020F0502020204030204"/>
                <a:sym typeface="Wingdings" panose="05000000000000000000" pitchFamily="2" charset="2"/>
              </a:rPr>
              <a:t>prosjekt</a:t>
            </a:r>
            <a:r>
              <a:rPr lang="en-US" sz="1400" dirty="0">
                <a:solidFill>
                  <a:prstClr val="white"/>
                </a:solidFill>
                <a:latin typeface="Calibri" panose="020F0502020204030204"/>
                <a:sym typeface="Wingdings" panose="05000000000000000000" pitchFamily="2" charset="2"/>
              </a:rPr>
              <a:t>, </a:t>
            </a:r>
            <a:r>
              <a:rPr lang="en-US" sz="1400" dirty="0" err="1">
                <a:solidFill>
                  <a:prstClr val="white"/>
                </a:solidFill>
                <a:latin typeface="Calibri" panose="020F0502020204030204"/>
                <a:sym typeface="Wingdings" panose="05000000000000000000" pitchFamily="2" charset="2"/>
              </a:rPr>
              <a:t>har</a:t>
            </a:r>
            <a:r>
              <a:rPr lang="en-US" sz="1400" dirty="0">
                <a:solidFill>
                  <a:prstClr val="white"/>
                </a:solidFill>
                <a:latin typeface="Calibri" panose="020F0502020204030204"/>
                <a:sym typeface="Wingdings" panose="05000000000000000000" pitchFamily="2" charset="2"/>
              </a:rPr>
              <a:t> </a:t>
            </a:r>
            <a:r>
              <a:rPr lang="en-US" sz="1400" dirty="0" err="1">
                <a:solidFill>
                  <a:prstClr val="white"/>
                </a:solidFill>
                <a:latin typeface="Calibri" panose="020F0502020204030204"/>
                <a:sym typeface="Wingdings" panose="05000000000000000000" pitchFamily="2" charset="2"/>
              </a:rPr>
              <a:t>høyere</a:t>
            </a:r>
            <a:r>
              <a:rPr lang="en-US" sz="1400" dirty="0">
                <a:solidFill>
                  <a:prstClr val="white"/>
                </a:solidFill>
                <a:latin typeface="Calibri" panose="020F0502020204030204"/>
                <a:sym typeface="Wingdings" panose="05000000000000000000" pitchFamily="2" charset="2"/>
              </a:rPr>
              <a:t> </a:t>
            </a:r>
            <a:r>
              <a:rPr lang="en-US" sz="1400" dirty="0" err="1">
                <a:solidFill>
                  <a:prstClr val="white"/>
                </a:solidFill>
                <a:latin typeface="Calibri" panose="020F0502020204030204"/>
                <a:sym typeface="Wingdings" panose="05000000000000000000" pitchFamily="2" charset="2"/>
              </a:rPr>
              <a:t>krav</a:t>
            </a:r>
            <a:r>
              <a:rPr lang="en-US" sz="1400" dirty="0">
                <a:solidFill>
                  <a:prstClr val="white"/>
                </a:solidFill>
                <a:latin typeface="Calibri" panose="020F0502020204030204"/>
                <a:sym typeface="Wingdings" panose="05000000000000000000" pitchFamily="2" charset="2"/>
              </a:rPr>
              <a:t> </a:t>
            </a:r>
            <a:r>
              <a:rPr lang="en-US" sz="1400" dirty="0" err="1">
                <a:solidFill>
                  <a:prstClr val="white"/>
                </a:solidFill>
                <a:latin typeface="Calibri" panose="020F0502020204030204"/>
                <a:sym typeface="Wingdings" panose="05000000000000000000" pitchFamily="2" charset="2"/>
              </a:rPr>
              <a:t>til</a:t>
            </a:r>
            <a:r>
              <a:rPr lang="en-US" sz="1400" dirty="0">
                <a:solidFill>
                  <a:prstClr val="white"/>
                </a:solidFill>
                <a:latin typeface="Calibri" panose="020F0502020204030204"/>
                <a:sym typeface="Wingdings" panose="05000000000000000000" pitchFamily="2" charset="2"/>
              </a:rPr>
              <a:t> </a:t>
            </a:r>
            <a:r>
              <a:rPr lang="en-US" sz="1400" dirty="0" err="1">
                <a:solidFill>
                  <a:prstClr val="white"/>
                </a:solidFill>
                <a:latin typeface="Calibri" panose="020F0502020204030204"/>
                <a:sym typeface="Wingdings" panose="05000000000000000000" pitchFamily="2" charset="2"/>
              </a:rPr>
              <a:t>kvalitet</a:t>
            </a:r>
            <a:r>
              <a:rPr lang="en-US" sz="1400" dirty="0">
                <a:solidFill>
                  <a:prstClr val="white"/>
                </a:solidFill>
                <a:latin typeface="Calibri" panose="020F0502020204030204"/>
                <a:sym typeface="Wingdings" panose="05000000000000000000" pitchFamily="2" charset="2"/>
              </a:rPr>
              <a:t> </a:t>
            </a:r>
            <a:r>
              <a:rPr lang="en-US" sz="1400" dirty="0" err="1">
                <a:solidFill>
                  <a:prstClr val="white"/>
                </a:solidFill>
                <a:latin typeface="Calibri" panose="020F0502020204030204"/>
                <a:sym typeface="Wingdings" panose="05000000000000000000" pitchFamily="2" charset="2"/>
              </a:rPr>
              <a:t>enn</a:t>
            </a:r>
            <a:r>
              <a:rPr lang="en-US" sz="1400" dirty="0">
                <a:solidFill>
                  <a:prstClr val="white"/>
                </a:solidFill>
                <a:latin typeface="Calibri" panose="020F0502020204030204"/>
                <a:sym typeface="Wingdings" panose="05000000000000000000" pitchFamily="2" charset="2"/>
              </a:rPr>
              <a:t> et “</a:t>
            </a:r>
            <a:r>
              <a:rPr lang="en-US" sz="1400" dirty="0" err="1">
                <a:solidFill>
                  <a:prstClr val="white"/>
                </a:solidFill>
                <a:latin typeface="Calibri" panose="020F0502020204030204"/>
                <a:sym typeface="Wingdings" panose="05000000000000000000" pitchFamily="2" charset="2"/>
              </a:rPr>
              <a:t>vanskelig</a:t>
            </a:r>
            <a:r>
              <a:rPr lang="en-US" sz="1400" dirty="0">
                <a:solidFill>
                  <a:prstClr val="white"/>
                </a:solidFill>
                <a:latin typeface="Calibri" panose="020F0502020204030204"/>
                <a:sym typeface="Wingdings" panose="05000000000000000000" pitchFamily="2" charset="2"/>
              </a:rPr>
              <a:t>” </a:t>
            </a:r>
            <a:r>
              <a:rPr lang="en-US" sz="1400" dirty="0" err="1">
                <a:solidFill>
                  <a:prstClr val="white"/>
                </a:solidFill>
                <a:latin typeface="Calibri" panose="020F0502020204030204"/>
                <a:sym typeface="Wingdings" panose="05000000000000000000" pitchFamily="2" charset="2"/>
              </a:rPr>
              <a:t>prosjekt</a:t>
            </a:r>
            <a:r>
              <a:rPr lang="en-US" sz="1400">
                <a:solidFill>
                  <a:prstClr val="white"/>
                </a:solidFill>
                <a:latin typeface="Calibri" panose="020F0502020204030204"/>
                <a:sym typeface="Wingdings" panose="05000000000000000000" pitchFamily="2" charset="2"/>
              </a:rPr>
              <a:t>.</a:t>
            </a:r>
            <a:endParaRPr lang="en-US" sz="1400" dirty="0">
              <a:solidFill>
                <a:prstClr val="white"/>
              </a:solidFill>
              <a:latin typeface="Calibri" panose="020F0502020204030204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728670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5F6825-3FD7-95C1-8F81-E4B9734BD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2">
            <a:extLst>
              <a:ext uri="{FF2B5EF4-FFF2-40B4-BE49-F238E27FC236}">
                <a16:creationId xmlns:a16="http://schemas.microsoft.com/office/drawing/2014/main" id="{EB05559E-DC30-9591-CDC2-599855601A5E}"/>
              </a:ext>
            </a:extLst>
          </p:cNvPr>
          <p:cNvSpPr txBox="1"/>
          <p:nvPr/>
        </p:nvSpPr>
        <p:spPr>
          <a:xfrm>
            <a:off x="0" y="0"/>
            <a:ext cx="73028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2400" dirty="0">
                <a:solidFill>
                  <a:prstClr val="white"/>
                </a:solidFill>
                <a:latin typeface="Calibri" panose="020F0502020204030204"/>
              </a:rPr>
              <a:t>Gjennomføringsplan</a:t>
            </a:r>
            <a:endParaRPr kumimoji="0" lang="nb-NO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kstSylinder 3">
            <a:extLst>
              <a:ext uri="{FF2B5EF4-FFF2-40B4-BE49-F238E27FC236}">
                <a16:creationId xmlns:a16="http://schemas.microsoft.com/office/drawing/2014/main" id="{002AC562-999B-9A60-99B5-FD8B41A56E59}"/>
              </a:ext>
            </a:extLst>
          </p:cNvPr>
          <p:cNvSpPr txBox="1"/>
          <p:nvPr/>
        </p:nvSpPr>
        <p:spPr>
          <a:xfrm>
            <a:off x="291837" y="566582"/>
            <a:ext cx="730280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dirty="0" err="1">
                <a:solidFill>
                  <a:schemeClr val="bg1"/>
                </a:solidFill>
              </a:rPr>
              <a:t>Forutsetning</a:t>
            </a:r>
            <a:r>
              <a:rPr lang="en-US" sz="1600" dirty="0">
                <a:solidFill>
                  <a:schemeClr val="bg1"/>
                </a:solidFill>
              </a:rPr>
              <a:t>:</a:t>
            </a:r>
          </a:p>
          <a:p>
            <a:pPr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Dere </a:t>
            </a:r>
            <a:r>
              <a:rPr lang="en-US" sz="1600" dirty="0" err="1">
                <a:solidFill>
                  <a:schemeClr val="bg1"/>
                </a:solidFill>
              </a:rPr>
              <a:t>har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en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>
                <a:solidFill>
                  <a:srgbClr val="FFFF00"/>
                </a:solidFill>
              </a:rPr>
              <a:t>proposal.md </a:t>
            </a:r>
            <a:r>
              <a:rPr lang="en-US" sz="1600" dirty="0">
                <a:solidFill>
                  <a:schemeClr val="bg1"/>
                </a:solidFill>
              </a:rPr>
              <a:t>fil </a:t>
            </a:r>
            <a:r>
              <a:rPr lang="en-US" sz="1600" dirty="0" err="1">
                <a:solidFill>
                  <a:schemeClr val="bg1"/>
                </a:solidFill>
              </a:rPr>
              <a:t>som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beskriver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hva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dere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skal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lage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og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overordnet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teknologi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dere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skal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bruke</a:t>
            </a:r>
            <a:endParaRPr lang="en-US" sz="1600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 err="1">
                <a:solidFill>
                  <a:schemeClr val="bg1"/>
                </a:solidFill>
              </a:rPr>
              <a:t>Overordnet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gjennomføringsplan</a:t>
            </a:r>
            <a:r>
              <a:rPr lang="en-US" sz="1600" dirty="0">
                <a:solidFill>
                  <a:schemeClr val="bg1"/>
                </a:solidFill>
              </a:rPr>
              <a:t>:</a:t>
            </a:r>
          </a:p>
        </p:txBody>
      </p:sp>
      <p:graphicFrame>
        <p:nvGraphicFramePr>
          <p:cNvPr id="3" name="Tabell 2">
            <a:extLst>
              <a:ext uri="{FF2B5EF4-FFF2-40B4-BE49-F238E27FC236}">
                <a16:creationId xmlns:a16="http://schemas.microsoft.com/office/drawing/2014/main" id="{6D805BB9-EE34-DB93-ECC4-4049847C74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4732070"/>
              </p:ext>
            </p:extLst>
          </p:nvPr>
        </p:nvGraphicFramePr>
        <p:xfrm>
          <a:off x="400929" y="2241160"/>
          <a:ext cx="8349174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9504">
                  <a:extLst>
                    <a:ext uri="{9D8B030D-6E8A-4147-A177-3AD203B41FA5}">
                      <a16:colId xmlns:a16="http://schemas.microsoft.com/office/drawing/2014/main" val="4098998978"/>
                    </a:ext>
                  </a:extLst>
                </a:gridCol>
                <a:gridCol w="4231222">
                  <a:extLst>
                    <a:ext uri="{9D8B030D-6E8A-4147-A177-3AD203B41FA5}">
                      <a16:colId xmlns:a16="http://schemas.microsoft.com/office/drawing/2014/main" val="1413967803"/>
                    </a:ext>
                  </a:extLst>
                </a:gridCol>
                <a:gridCol w="3418448">
                  <a:extLst>
                    <a:ext uri="{9D8B030D-6E8A-4147-A177-3AD203B41FA5}">
                      <a16:colId xmlns:a16="http://schemas.microsoft.com/office/drawing/2014/main" val="3955805584"/>
                    </a:ext>
                  </a:extLst>
                </a:gridCol>
              </a:tblGrid>
              <a:tr h="197856">
                <a:tc>
                  <a:txBody>
                    <a:bodyPr/>
                    <a:lstStyle/>
                    <a:p>
                      <a:r>
                        <a:rPr lang="nb-NO" sz="1100" dirty="0"/>
                        <a:t>Uke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1100" dirty="0"/>
                        <a:t>Hva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1100" dirty="0"/>
                        <a:t>Hva er lagd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9754784"/>
                  </a:ext>
                </a:extLst>
              </a:tr>
              <a:tr h="197856">
                <a:tc>
                  <a:txBody>
                    <a:bodyPr/>
                    <a:lstStyle/>
                    <a:p>
                      <a:r>
                        <a:rPr lang="nb-NO" sz="1100" dirty="0"/>
                        <a:t>42 (NÅ)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1100" dirty="0"/>
                        <a:t>Oppdater  og forbedre proposal.md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1100" dirty="0"/>
                        <a:t>proposal.md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379236"/>
                  </a:ext>
                </a:extLst>
              </a:tr>
              <a:tr h="197856">
                <a:tc>
                  <a:txBody>
                    <a:bodyPr/>
                    <a:lstStyle/>
                    <a:p>
                      <a:r>
                        <a:rPr lang="nb-NO" sz="1100" dirty="0"/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1100" dirty="0"/>
                        <a:t>FASE 1 og 2: ANALYSE + PLANLEGGING (</a:t>
                      </a:r>
                      <a:r>
                        <a:rPr lang="nb-NO" sz="1100" dirty="0" err="1"/>
                        <a:t>brainstorm</a:t>
                      </a:r>
                      <a:r>
                        <a:rPr lang="nb-NO" sz="1100" dirty="0"/>
                        <a:t> + </a:t>
                      </a:r>
                      <a:r>
                        <a:rPr lang="nb-NO" sz="1100" dirty="0" err="1"/>
                        <a:t>product</a:t>
                      </a:r>
                      <a:r>
                        <a:rPr lang="nb-NO" sz="1100" dirty="0"/>
                        <a:t> manager)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1100" dirty="0"/>
                        <a:t>product-brief.md, PRD.md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6132064"/>
                  </a:ext>
                </a:extLst>
              </a:tr>
              <a:tr h="197856">
                <a:tc>
                  <a:txBody>
                    <a:bodyPr/>
                    <a:lstStyle/>
                    <a:p>
                      <a:r>
                        <a:rPr lang="nb-NO" sz="1100" dirty="0"/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1100" dirty="0"/>
                        <a:t>FASE 3: LØSNINGSARKITEKTUR (</a:t>
                      </a:r>
                      <a:r>
                        <a:rPr lang="nb-NO" sz="1100" dirty="0" err="1"/>
                        <a:t>architect</a:t>
                      </a:r>
                      <a:r>
                        <a:rPr lang="nb-NO" sz="1100" dirty="0"/>
                        <a:t> + </a:t>
                      </a:r>
                      <a:r>
                        <a:rPr lang="nb-NO" sz="1100" dirty="0" err="1"/>
                        <a:t>ux</a:t>
                      </a:r>
                      <a:r>
                        <a:rPr lang="nb-NO" sz="1100" dirty="0"/>
                        <a:t>/</a:t>
                      </a:r>
                      <a:r>
                        <a:rPr lang="nb-NO" sz="1100" dirty="0" err="1"/>
                        <a:t>ui</a:t>
                      </a:r>
                      <a:r>
                        <a:rPr lang="nb-NO" sz="1100" dirty="0"/>
                        <a:t> designer)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sz="1100" dirty="0"/>
                        <a:t>solution-architecture.md, </a:t>
                      </a:r>
                      <a:r>
                        <a:rPr lang="nb-NO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ux-specification.md, </a:t>
                      </a:r>
                      <a:r>
                        <a:rPr lang="it-IT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frontend-prompt.md</a:t>
                      </a:r>
                      <a:endParaRPr lang="nb-NO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3715303"/>
                  </a:ext>
                </a:extLst>
              </a:tr>
              <a:tr h="197856">
                <a:tc>
                  <a:txBody>
                    <a:bodyPr/>
                    <a:lstStyle/>
                    <a:p>
                      <a:r>
                        <a:rPr lang="nb-NO" sz="1100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1100" dirty="0"/>
                        <a:t>FASE 3: LØSNINGSARKITEKTUR (</a:t>
                      </a:r>
                      <a:r>
                        <a:rPr lang="nb-NO" sz="1100" dirty="0" err="1"/>
                        <a:t>architect</a:t>
                      </a:r>
                      <a:r>
                        <a:rPr lang="nb-NO" sz="1100" dirty="0"/>
                        <a:t> + </a:t>
                      </a:r>
                      <a:r>
                        <a:rPr lang="nb-NO" sz="1100" dirty="0" err="1"/>
                        <a:t>ux</a:t>
                      </a:r>
                      <a:r>
                        <a:rPr lang="nb-NO" sz="1100" dirty="0"/>
                        <a:t>/</a:t>
                      </a:r>
                      <a:r>
                        <a:rPr lang="nb-NO" sz="1100" dirty="0" err="1"/>
                        <a:t>ui</a:t>
                      </a:r>
                      <a:r>
                        <a:rPr lang="nb-NO" sz="1100" dirty="0"/>
                        <a:t> designer)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sz="1100" dirty="0"/>
                        <a:t>solution-architecture.md, </a:t>
                      </a:r>
                      <a:r>
                        <a:rPr lang="nb-NO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ux-specification.md, </a:t>
                      </a:r>
                      <a:r>
                        <a:rPr lang="it-IT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frontend-prompt.md</a:t>
                      </a:r>
                      <a:endParaRPr lang="nb-NO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6057395"/>
                  </a:ext>
                </a:extLst>
              </a:tr>
              <a:tr h="197856">
                <a:tc>
                  <a:txBody>
                    <a:bodyPr/>
                    <a:lstStyle/>
                    <a:p>
                      <a:r>
                        <a:rPr lang="nb-NO" sz="1100" dirty="0"/>
                        <a:t>46 (slutt)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1100" dirty="0"/>
                        <a:t>FASE 4: IMPLEMENTERING (syklus) FORTS.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1100" dirty="0" err="1"/>
                        <a:t>Epic</a:t>
                      </a:r>
                      <a:r>
                        <a:rPr lang="nb-NO" sz="1100" dirty="0"/>
                        <a:t>-basert utvikling - JIT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523744"/>
                  </a:ext>
                </a:extLst>
              </a:tr>
              <a:tr h="197856">
                <a:tc>
                  <a:txBody>
                    <a:bodyPr/>
                    <a:lstStyle/>
                    <a:p>
                      <a:r>
                        <a:rPr lang="nb-NO" sz="1100" dirty="0"/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sz="1100" dirty="0"/>
                        <a:t>FASE 4: IMPLEMENTERING (syklus) FORTS.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1100" dirty="0"/>
                        <a:t>FERDIG fungerende APP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8169699"/>
                  </a:ext>
                </a:extLst>
              </a:tr>
              <a:tr h="197856">
                <a:tc>
                  <a:txBody>
                    <a:bodyPr/>
                    <a:lstStyle/>
                    <a:p>
                      <a:r>
                        <a:rPr lang="nb-NO" sz="1100" dirty="0"/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1100" dirty="0"/>
                        <a:t>REFLEKSJONSRAPPORT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1100" dirty="0"/>
                        <a:t>Bruk mal som dere finner i canvas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8383938"/>
                  </a:ext>
                </a:extLst>
              </a:tr>
              <a:tr h="197856">
                <a:tc>
                  <a:txBody>
                    <a:bodyPr/>
                    <a:lstStyle/>
                    <a:p>
                      <a:r>
                        <a:rPr lang="nb-NO" sz="1100" dirty="0"/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1100" dirty="0"/>
                        <a:t>REFLEKSJONSRAPPORT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1100" dirty="0"/>
                        <a:t>Lever GITHUB-</a:t>
                      </a:r>
                      <a:r>
                        <a:rPr lang="nb-NO" sz="1100" dirty="0" err="1"/>
                        <a:t>repo</a:t>
                      </a:r>
                      <a:r>
                        <a:rPr lang="nb-NO" sz="1100" dirty="0"/>
                        <a:t> som </a:t>
                      </a:r>
                      <a:r>
                        <a:rPr lang="nb-NO" sz="1100" dirty="0" err="1"/>
                        <a:t>zip</a:t>
                      </a:r>
                      <a:r>
                        <a:rPr lang="nb-NO" sz="1100" dirty="0"/>
                        <a:t> + rapport: 5 desember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2984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4322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4|6.4|9.3|12|11.7|9.8|15"/>
</p:tagLst>
</file>

<file path=ppt/theme/theme1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Lysblå-bakgrun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iMolde-Krsund_presentasjon_jan2020_NO.potx" id="{F3537F45-6EC4-4B49-83C4-D3E595520A98}" vid="{FC0D27A6-8C85-4B07-8514-7CA103E37C78}"/>
    </a:ext>
  </a:extLst>
</a:theme>
</file>

<file path=ppt/theme/theme3.xml><?xml version="1.0" encoding="utf-8"?>
<a:theme xmlns:a="http://schemas.openxmlformats.org/drawingml/2006/main" name="3_Hvit-bakgrun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Egendefinert 2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iMolde-Krsund_presentasjon_jan2020_NO.potx" id="{F3537F45-6EC4-4B49-83C4-D3E595520A98}" vid="{66F180AC-352E-4E1E-A76A-79037BF98916}"/>
    </a:ext>
  </a:extLst>
</a:theme>
</file>

<file path=ppt/theme/theme4.xml><?xml version="1.0" encoding="utf-8"?>
<a:theme xmlns:a="http://schemas.openxmlformats.org/drawingml/2006/main" name="4_Blanko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iMolde-Krsund_presentasjon_jan2020_NO.potx" id="{F3537F45-6EC4-4B49-83C4-D3E595520A98}" vid="{EBB5FD9C-ABBE-40B1-A65A-6C6F8FE699E6}"/>
    </a:ext>
  </a:extLst>
</a:theme>
</file>

<file path=ppt/theme/theme5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00c38e1-b6e2-4061-96f5-3a83e4f3492a" xsi:nil="true"/>
    <lcf76f155ced4ddcb4097134ff3c332f xmlns="15700c87-5547-428e-a808-210cffccada0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D73479B3B86DF4F88CDECC6BD6FA5DC" ma:contentTypeVersion="19" ma:contentTypeDescription="Opprett et nytt dokument." ma:contentTypeScope="" ma:versionID="d44d522dc1ccfe4199dac68fb58b11a3">
  <xsd:schema xmlns:xsd="http://www.w3.org/2001/XMLSchema" xmlns:xs="http://www.w3.org/2001/XMLSchema" xmlns:p="http://schemas.microsoft.com/office/2006/metadata/properties" xmlns:ns2="15700c87-5547-428e-a808-210cffccada0" xmlns:ns3="400c38e1-b6e2-4061-96f5-3a83e4f3492a" targetNamespace="http://schemas.microsoft.com/office/2006/metadata/properties" ma:root="true" ma:fieldsID="0cfca59e82323ac82fda0b08f91f8425" ns2:_="" ns3:_="">
    <xsd:import namespace="15700c87-5547-428e-a808-210cffccada0"/>
    <xsd:import namespace="400c38e1-b6e2-4061-96f5-3a83e4f3492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700c87-5547-428e-a808-210cffccada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Bildemerkelapper" ma:readOnly="false" ma:fieldId="{5cf76f15-5ced-4ddc-b409-7134ff3c332f}" ma:taxonomyMulti="true" ma:sspId="7b32657b-12f9-4180-b5be-a75843c42e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0c38e1-b6e2-4061-96f5-3a83e4f3492a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lingsdetaljer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d6cb161f-45c3-42c7-a6e9-be8c41fa98c8}" ma:internalName="TaxCatchAll" ma:showField="CatchAllData" ma:web="400c38e1-b6e2-4061-96f5-3a83e4f3492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0C0DF65-9C8F-4EE0-819D-600E58B9230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20F1180-FF9C-4968-91D5-67F5F6352E36}">
  <ds:schemaRefs>
    <ds:schemaRef ds:uri="db580934-d70b-458e-a584-59f3fb567289"/>
    <ds:schemaRef ds:uri="http://schemas.microsoft.com/office/2006/metadata/properties"/>
    <ds:schemaRef ds:uri="http://www.w3.org/XML/1998/namespace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bcff0cbb-1375-41cf-8ab6-faf824e2692c"/>
    <ds:schemaRef ds:uri="http://purl.org/dc/dcmitype/"/>
    <ds:schemaRef ds:uri="400c38e1-b6e2-4061-96f5-3a83e4f3492a"/>
    <ds:schemaRef ds:uri="15700c87-5547-428e-a808-210cffccada0"/>
  </ds:schemaRefs>
</ds:datastoreItem>
</file>

<file path=customXml/itemProps3.xml><?xml version="1.0" encoding="utf-8"?>
<ds:datastoreItem xmlns:ds="http://schemas.openxmlformats.org/officeDocument/2006/customXml" ds:itemID="{A27DC521-897F-4CC5-8440-1A7E75C73B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700c87-5547-428e-a808-210cffccada0"/>
    <ds:schemaRef ds:uri="400c38e1-b6e2-4061-96f5-3a83e4f3492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8547</TotalTime>
  <Words>415</Words>
  <Application>Microsoft Office PowerPoint</Application>
  <PresentationFormat>Skjermfremvisning (16:9)</PresentationFormat>
  <Paragraphs>74</Paragraphs>
  <Slides>6</Slides>
  <Notes>1</Notes>
  <HiddenSlides>0</HiddenSlides>
  <MMClips>0</MMClips>
  <ScaleCrop>false</ScaleCrop>
  <HeadingPairs>
    <vt:vector size="6" baseType="variant">
      <vt:variant>
        <vt:lpstr>Brukte skrifter</vt:lpstr>
      </vt:variant>
      <vt:variant>
        <vt:i4>4</vt:i4>
      </vt:variant>
      <vt:variant>
        <vt:lpstr>Tema</vt:lpstr>
      </vt:variant>
      <vt:variant>
        <vt:i4>4</vt:i4>
      </vt:variant>
      <vt:variant>
        <vt:lpstr>Lysbildetitler</vt:lpstr>
      </vt:variant>
      <vt:variant>
        <vt:i4>6</vt:i4>
      </vt:variant>
    </vt:vector>
  </HeadingPairs>
  <TitlesOfParts>
    <vt:vector size="14" baseType="lpstr">
      <vt:lpstr>Arial</vt:lpstr>
      <vt:lpstr>Calibri</vt:lpstr>
      <vt:lpstr>Calibri Light</vt:lpstr>
      <vt:lpstr>TT Commons</vt:lpstr>
      <vt:lpstr>Office-tema</vt:lpstr>
      <vt:lpstr>2_Lysblå-bakgrunn</vt:lpstr>
      <vt:lpstr>3_Hvit-bakgrunn</vt:lpstr>
      <vt:lpstr>4_Blanko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PowerPoint-presentasjon</dc:title>
  <dc:creator>Pettersen Bård Inge Austigard</dc:creator>
  <cp:lastModifiedBy>Bård Inge Austigard Pettersen</cp:lastModifiedBy>
  <cp:revision>47</cp:revision>
  <dcterms:created xsi:type="dcterms:W3CDTF">2022-01-27T08:26:26Z</dcterms:created>
  <dcterms:modified xsi:type="dcterms:W3CDTF">2026-08-24T11:59:29Z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0x0101001D73479B3B86DF4F88CDECC6BD6FA5DC</vt:lpwstr>
  </property>
  <property fmtid="{D5CDD505-2E9C-101B-9397-08002B2CF9AE}" pid="3" name="MediaServiceImageTags">
    <vt:lpwstr/>
  </property>
  <property fmtid="{D5CDD505-2E9C-101B-9397-08002B2CF9AE}" pid="4" name="MSIP_Label_ee59125d-3421-490c-8c49-713131ff88a1_Enabled">
    <vt:lpwstr>true</vt:lpwstr>
  </property>
  <property fmtid="{D5CDD505-2E9C-101B-9397-08002B2CF9AE}" pid="5" name="MSIP_Label_ee59125d-3421-490c-8c49-713131ff88a1_SetDate">
    <vt:lpwstr>2025-08-27T18:32:58Z</vt:lpwstr>
  </property>
  <property fmtid="{D5CDD505-2E9C-101B-9397-08002B2CF9AE}" pid="6" name="MSIP_Label_ee59125d-3421-490c-8c49-713131ff88a1_Method">
    <vt:lpwstr>Standard</vt:lpwstr>
  </property>
  <property fmtid="{D5CDD505-2E9C-101B-9397-08002B2CF9AE}" pid="7" name="MSIP_Label_ee59125d-3421-490c-8c49-713131ff88a1_Name">
    <vt:lpwstr>Yellow</vt:lpwstr>
  </property>
  <property fmtid="{D5CDD505-2E9C-101B-9397-08002B2CF9AE}" pid="8" name="MSIP_Label_ee59125d-3421-490c-8c49-713131ff88a1_SiteId">
    <vt:lpwstr>938c1eb0-9d08-484b-92b9-53f583bd08fb</vt:lpwstr>
  </property>
  <property fmtid="{D5CDD505-2E9C-101B-9397-08002B2CF9AE}" pid="9" name="MSIP_Label_ee59125d-3421-490c-8c49-713131ff88a1_ActionId">
    <vt:lpwstr>94d38c9d-d751-4c69-bd80-c62d9fc1d161</vt:lpwstr>
  </property>
  <property fmtid="{D5CDD505-2E9C-101B-9397-08002B2CF9AE}" pid="10" name="MSIP_Label_ee59125d-3421-490c-8c49-713131ff88a1_ContentBits">
    <vt:lpwstr>0</vt:lpwstr>
  </property>
  <property fmtid="{D5CDD505-2E9C-101B-9397-08002B2CF9AE}" pid="11" name="MSIP_Label_ee59125d-3421-490c-8c49-713131ff88a1_Tag">
    <vt:lpwstr>10, 3, 0, 1</vt:lpwstr>
  </property>
</Properties>
</file>